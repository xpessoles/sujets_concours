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576" y="-4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B0A04-68BF-0B40-604D-808D6E645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367805E-6A6A-F6A4-DB44-E3170D83D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FB07C4-46EE-B11C-E734-5BA5BFADB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57EB-953A-4E07-B537-AA29B434924A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F0C4E6-DC02-6FCF-C618-2769572D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006735-6D52-FA52-2B07-176B35AD6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0389-7060-42F9-B28A-93B0D818A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21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D1B95A-6C5D-6649-5825-FD2BBB26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7C476B-998E-799A-E4D2-EE55FDA54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30CDD3-44DA-F714-5182-56C99B2C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57EB-953A-4E07-B537-AA29B434924A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815B43-26AA-6430-8154-3B5FE8E12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A2EF89-DDA5-353B-1E48-3A05F1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0389-7060-42F9-B28A-93B0D818A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82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4D8176-2D06-7180-33E6-59D68B0D9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51F261-63AA-69C5-C50C-C4879AD6E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6B5030-8206-1BB7-0A41-A653266A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57EB-953A-4E07-B537-AA29B434924A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B3C049-C140-5B10-1BDA-756652FD6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F1F086-6534-0087-EED8-4CDB8976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0389-7060-42F9-B28A-93B0D818A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834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6F084-A2A4-AC6B-4CA5-D00C2340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442252-8327-0B37-BFCF-A09DD1979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296EC47-14FB-8E44-D1A5-DA66574B1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EB1762-087B-BD62-C169-7A4450FD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57EB-953A-4E07-B537-AA29B434924A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27D0FA-8D01-B119-DC97-EBA7E94E4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2CCDDA-AAA0-234B-28E4-D9889B72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0389-7060-42F9-B28A-93B0D818A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8696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C9A3DD-368B-6689-B44F-E3CB12F50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DF6118-D625-0814-9824-0415C8ED3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C24ED0-182E-1D9F-B59D-C364E857E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C9F64E5-99E1-9D8A-D12D-79954E5D6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F9538CB-89E9-7DBC-791C-E8438D196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E4EBF17-4CAE-4FA8-56C0-E7FEAC24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57EB-953A-4E07-B537-AA29B434924A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7986F5-61BA-6AD2-7FF3-9C7F3ED74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565D40D-7200-50B5-0781-EDA70E010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0389-7060-42F9-B28A-93B0D818A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265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F2AD72-5FE5-D901-0274-6B0B3FAF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300210-E719-5610-68C3-BC3F3143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57EB-953A-4E07-B537-AA29B434924A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AD0380-9071-5855-120B-8BE0057E5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028577-D9FD-246C-C691-B030AF70A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0389-7060-42F9-B28A-93B0D818A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4043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C5AC2FB-755F-007C-1C28-010E4CFEE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57EB-953A-4E07-B537-AA29B434924A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BAECA2E-4D4C-AAE2-8A28-F5DD28997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296531-6DB7-CCC8-1B19-0788C29F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0389-7060-42F9-B28A-93B0D818A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1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9363C1-5FDF-BE00-7C6B-5D4AF35B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13ED91-F587-BCE0-53B6-7890309DD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493039-DD6B-E17F-CC82-41DAE7734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BE5D17D-750B-6367-69B6-32E1C07B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57EB-953A-4E07-B537-AA29B434924A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746560-A421-02F4-41F6-12CC83B27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C5A3BF-D54C-1E75-8213-BFF2ED85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0389-7060-42F9-B28A-93B0D818A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02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0858BD-EEB2-C6C1-E22C-56F1305F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8261BD8-8207-33B3-6239-EF516DE3A2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374368-8F73-0B27-1D9F-6F544742B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390B04-7645-5B97-4D70-094D04A1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57EB-953A-4E07-B537-AA29B434924A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EB4E175-297E-89CB-3410-855C3D6D3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B12A1D8-2E41-7943-1556-1A5ABE4AA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0389-7060-42F9-B28A-93B0D818A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288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A45C7F-A87D-7523-8EFC-4708DDE0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F825768-ECA5-86C5-C0C9-978BBA1FA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212E1A-4831-76C9-1EA4-A909AF0A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57EB-953A-4E07-B537-AA29B434924A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E2ECC9-4289-A366-441B-4041256CB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EF5830-845D-469B-4B33-9E8CE3A3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0389-7060-42F9-B28A-93B0D818A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2088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D3DAA2-F53A-20D3-6FE7-FFBD59A6B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0C3E058-1FF2-3D47-A250-1DC4B79CE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2493B3-8136-41E1-20E9-F170A219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57EB-953A-4E07-B537-AA29B434924A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EF8D69-1587-1BD6-8F39-0AFB18F3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A2043B-0C5C-78A8-2615-59A9CA0A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0389-7060-42F9-B28A-93B0D818A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460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28B496-7B25-BFE1-6E00-8628F04C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AB103A-B82D-9D27-5C76-3B5D19B69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DFED85-0AFA-F0F6-29CC-8114C905C6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457EB-953A-4E07-B537-AA29B434924A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A8FD23-B72F-3EC4-05C1-4B1B170DA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6CACC8-BF2F-D67F-6105-C25A1E41A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80389-7060-42F9-B28A-93B0D818A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6025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0EF84A-0B6C-CA2A-2065-C2F900F3AA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410808C-9F8F-4B19-2F15-17132CC534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2180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1EE585F8-FBA3-4F92-F434-DC8722AAF1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622260"/>
                  </p:ext>
                </p:extLst>
              </p:nvPr>
            </p:nvGraphicFramePr>
            <p:xfrm>
              <a:off x="1529080" y="1073996"/>
              <a:ext cx="8128000" cy="23169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89926034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51496437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28214500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00305202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66515659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→+∞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6785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FR" b="0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−20 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𝑑𝑏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−90°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−20 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𝑑𝑏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b="0" dirty="0"/>
                        </a:p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−90°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7209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1+0,5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𝑑𝑏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b="0" dirty="0"/>
                        </a:p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−20 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𝑑𝑏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b="0" dirty="0"/>
                        </a:p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−90°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74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𝐵𝑂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−20 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𝑑𝑏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−90°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−40 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𝑑𝑏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b="0" dirty="0"/>
                        </a:p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−180°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62949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1EE585F8-FBA3-4F92-F434-DC8722AAF1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622260"/>
                  </p:ext>
                </p:extLst>
              </p:nvPr>
            </p:nvGraphicFramePr>
            <p:xfrm>
              <a:off x="1529080" y="1073996"/>
              <a:ext cx="8128000" cy="23169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89926034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51496437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28214500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00305202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66515659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1639" r="-301498" b="-52786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187" t="-1639" r="-50749" b="-52786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375" t="-1639" r="-1498" b="-527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1678533"/>
                      </a:ext>
                    </a:extLst>
                  </a:tr>
                  <a:tr h="653034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75" t="-57944" r="-401498" b="-200935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87" t="-57944" r="-100749" b="-2009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50187" t="-57944" r="-749" b="-2009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7209271"/>
                      </a:ext>
                    </a:extLst>
                  </a:tr>
                  <a:tr h="653034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75" t="-156481" r="-401498" b="-99074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87" t="-156481" r="-100749" b="-990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50187" t="-156481" r="-749" b="-990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7488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75" t="-263810" r="-401498" b="-1905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87" t="-263810" r="-100749" b="-19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50187" t="-263810" r="-749" b="-19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62949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48425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24C6144-27B6-34E0-9A7C-E5FBFBD1B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49" y="227833"/>
            <a:ext cx="5524502" cy="6402334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CB55E7D-0BD1-D98A-94CA-5EDD399315D0}"/>
              </a:ext>
            </a:extLst>
          </p:cNvPr>
          <p:cNvCxnSpPr/>
          <p:nvPr/>
        </p:nvCxnSpPr>
        <p:spPr>
          <a:xfrm>
            <a:off x="3714750" y="3851910"/>
            <a:ext cx="2720340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B8C8224-1038-BBAA-5905-01F80C79AFA2}"/>
              </a:ext>
            </a:extLst>
          </p:cNvPr>
          <p:cNvCxnSpPr>
            <a:cxnSpLocks/>
          </p:cNvCxnSpPr>
          <p:nvPr/>
        </p:nvCxnSpPr>
        <p:spPr>
          <a:xfrm>
            <a:off x="6435090" y="6416040"/>
            <a:ext cx="2045970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5DB30106-0B1D-FB59-A09F-286701DDEF12}"/>
              </a:ext>
            </a:extLst>
          </p:cNvPr>
          <p:cNvCxnSpPr>
            <a:cxnSpLocks/>
          </p:cNvCxnSpPr>
          <p:nvPr/>
        </p:nvCxnSpPr>
        <p:spPr>
          <a:xfrm>
            <a:off x="6435090" y="3870960"/>
            <a:ext cx="0" cy="254508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6FA04049-0357-7DD0-ED8F-1B1130C4A2B8}"/>
              </a:ext>
            </a:extLst>
          </p:cNvPr>
          <p:cNvCxnSpPr>
            <a:cxnSpLocks/>
          </p:cNvCxnSpPr>
          <p:nvPr/>
        </p:nvCxnSpPr>
        <p:spPr>
          <a:xfrm>
            <a:off x="4513580" y="388872"/>
            <a:ext cx="1880336" cy="87147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64D05DC1-440B-16F6-8FB8-EF77D13D5E6B}"/>
              </a:ext>
            </a:extLst>
          </p:cNvPr>
          <p:cNvCxnSpPr>
            <a:cxnSpLocks/>
          </p:cNvCxnSpPr>
          <p:nvPr/>
        </p:nvCxnSpPr>
        <p:spPr>
          <a:xfrm>
            <a:off x="6427470" y="1290824"/>
            <a:ext cx="2118742" cy="19667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8722F069-A2AF-E5E1-7832-E3915A39FB68}"/>
              </a:ext>
            </a:extLst>
          </p:cNvPr>
          <p:cNvCxnSpPr/>
          <p:nvPr/>
        </p:nvCxnSpPr>
        <p:spPr>
          <a:xfrm>
            <a:off x="6446520" y="1383030"/>
            <a:ext cx="0" cy="5040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C335071E-5299-59E9-2618-DAFE0BC70379}"/>
                  </a:ext>
                </a:extLst>
              </p:cNvPr>
              <p:cNvSpPr txBox="1"/>
              <p:nvPr/>
            </p:nvSpPr>
            <p:spPr>
              <a:xfrm>
                <a:off x="3893648" y="919765"/>
                <a:ext cx="14328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fr-FR" sz="1400" dirty="0"/>
                  <a:t> </a:t>
                </a:r>
                <a14:m>
                  <m:oMath xmlns:m="http://schemas.openxmlformats.org/officeDocument/2006/math"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−20</m:t>
                    </m:r>
                  </m:oMath>
                </a14:m>
                <a:r>
                  <a:rPr lang="fr-FR" sz="1400" dirty="0"/>
                  <a:t> dB/décade</a:t>
                </a:r>
              </a:p>
            </p:txBody>
          </p:sp>
        </mc:Choice>
        <mc:Fallback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C335071E-5299-59E9-2618-DAFE0BC70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648" y="919765"/>
                <a:ext cx="1432828" cy="307777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50EC9B3B-2182-A87E-A231-4B018DC4D26D}"/>
                  </a:ext>
                </a:extLst>
              </p:cNvPr>
              <p:cNvSpPr txBox="1"/>
              <p:nvPr/>
            </p:nvSpPr>
            <p:spPr>
              <a:xfrm>
                <a:off x="7063854" y="1517935"/>
                <a:ext cx="14328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fr-FR" sz="1400" dirty="0"/>
                  <a:t> </a:t>
                </a:r>
                <a14:m>
                  <m:oMath xmlns:m="http://schemas.openxmlformats.org/officeDocument/2006/math"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14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1400" dirty="0"/>
                  <a:t> dB/décade</a:t>
                </a:r>
              </a:p>
            </p:txBody>
          </p:sp>
        </mc:Choice>
        <mc:Fallback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50EC9B3B-2182-A87E-A231-4B018DC4D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854" y="1517935"/>
                <a:ext cx="1432828" cy="307777"/>
              </a:xfrm>
              <a:prstGeom prst="rect">
                <a:avLst/>
              </a:prstGeom>
              <a:blipFill>
                <a:blip r:embed="rId4"/>
                <a:stretch>
                  <a:fillRect t="-4000" b="-22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759E102E-8F36-D108-537E-76CBBE5F2A8D}"/>
                  </a:ext>
                </a:extLst>
              </p:cNvPr>
              <p:cNvSpPr txBox="1"/>
              <p:nvPr/>
            </p:nvSpPr>
            <p:spPr>
              <a:xfrm>
                <a:off x="3797166" y="3509010"/>
                <a:ext cx="62228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fr-FR" sz="1400" dirty="0"/>
                  <a:t> </a:t>
                </a:r>
                <a14:m>
                  <m:oMath xmlns:m="http://schemas.openxmlformats.org/officeDocument/2006/math"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1400" b="0" i="1" dirty="0" smtClean="0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endParaRPr lang="fr-FR" sz="1400" dirty="0"/>
              </a:p>
            </p:txBody>
          </p:sp>
        </mc:Choice>
        <mc:Fallback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759E102E-8F36-D108-537E-76CBBE5F2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166" y="3509010"/>
                <a:ext cx="62228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7387AA59-049E-6FA1-3C6B-F191948D2A21}"/>
                  </a:ext>
                </a:extLst>
              </p:cNvPr>
              <p:cNvSpPr txBox="1"/>
              <p:nvPr/>
            </p:nvSpPr>
            <p:spPr>
              <a:xfrm>
                <a:off x="7652886" y="5802630"/>
                <a:ext cx="721672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fr-FR" sz="1400" dirty="0"/>
                  <a:t> </a:t>
                </a:r>
                <a14:m>
                  <m:oMath xmlns:m="http://schemas.openxmlformats.org/officeDocument/2006/math">
                    <m:r>
                      <a:rPr lang="fr-FR" sz="1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1400" b="0" i="1" dirty="0" smtClean="0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fr-FR" sz="1400" dirty="0"/>
              </a:p>
            </p:txBody>
          </p:sp>
        </mc:Choice>
        <mc:Fallback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7387AA59-049E-6FA1-3C6B-F191948D2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886" y="5802630"/>
                <a:ext cx="721672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8599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56CD1-19CF-8092-84BB-BBD8463BE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au 1">
                <a:extLst>
                  <a:ext uri="{FF2B5EF4-FFF2-40B4-BE49-F238E27FC236}">
                    <a16:creationId xmlns:a16="http://schemas.microsoft.com/office/drawing/2014/main" id="{BB6FC5DB-FE77-64F0-5FA9-E5F895A08B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864489"/>
                  </p:ext>
                </p:extLst>
              </p:nvPr>
            </p:nvGraphicFramePr>
            <p:xfrm>
              <a:off x="2032000" y="719666"/>
              <a:ext cx="8128001" cy="32220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2965768535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75650213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40587895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81841002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31920997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9725034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2015663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8493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−20 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−90°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−20 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−90°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−20 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−90°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19536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1+5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−20 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−90°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−20 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−90°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6812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1+0,5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+20 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90°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3343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𝐵𝑂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−20 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−90°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−40 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−20 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  <m:r>
                                  <m:rPr>
                                    <m:lit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𝑐𝑎𝑑𝑒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−90°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155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au 1">
                <a:extLst>
                  <a:ext uri="{FF2B5EF4-FFF2-40B4-BE49-F238E27FC236}">
                    <a16:creationId xmlns:a16="http://schemas.microsoft.com/office/drawing/2014/main" id="{BB6FC5DB-FE77-64F0-5FA9-E5F895A08B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864489"/>
                  </p:ext>
                </p:extLst>
              </p:nvPr>
            </p:nvGraphicFramePr>
            <p:xfrm>
              <a:off x="2032000" y="719666"/>
              <a:ext cx="8128001" cy="32220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2965768535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75650213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40587895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818410024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3331920997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209725034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20156632"/>
                        </a:ext>
                      </a:extLst>
                    </a:gridCol>
                  </a:tblGrid>
                  <a:tr h="635826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1053" t="-962" r="-503684" b="-41057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262" t="-962" r="-151181" b="-41057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262" t="-962" r="-51181" b="-41057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98953" t="-962" r="-2094" b="-4105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8493001"/>
                      </a:ext>
                    </a:extLst>
                  </a:tr>
                  <a:tr h="653034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24" t="-97222" r="-600524" b="-29537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394" t="-97222" r="-201050" b="-29537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50394" t="-97222" r="-101050" b="-29537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50394" t="-97222" r="-1050" b="-29537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1953612"/>
                      </a:ext>
                    </a:extLst>
                  </a:tr>
                  <a:tr h="653034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24" t="-199065" r="-600524" b="-198131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394" t="-199065" r="-201050" b="-19813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50394" t="-199065" r="-101050" b="-19813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50394" t="-199065" r="-1050" b="-19813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681264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24" t="-304762" r="-600524" b="-101905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394" t="-304762" r="-201050" b="-1019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50394" t="-304762" r="-101050" b="-1019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50394" t="-304762" r="-1050" b="-1019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334368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24" t="-404762" r="-600524" b="-1905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394" t="-404762" r="-201050" b="-19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50394" t="-404762" r="-101050" b="-19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50394" t="-404762" r="-1050" b="-19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155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77988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EE0F7E9-583E-5525-AC1F-887B95DDA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460" y="93606"/>
            <a:ext cx="5593080" cy="6670788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BB424F6-7A64-99AF-B11C-7DD8CD286A4B}"/>
              </a:ext>
            </a:extLst>
          </p:cNvPr>
          <p:cNvCxnSpPr>
            <a:cxnSpLocks/>
          </p:cNvCxnSpPr>
          <p:nvPr/>
        </p:nvCxnSpPr>
        <p:spPr>
          <a:xfrm>
            <a:off x="3714750" y="5063490"/>
            <a:ext cx="1568450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51F21E7-63B5-D88C-EF49-851A6AF01AB9}"/>
              </a:ext>
            </a:extLst>
          </p:cNvPr>
          <p:cNvCxnSpPr>
            <a:cxnSpLocks/>
          </p:cNvCxnSpPr>
          <p:nvPr/>
        </p:nvCxnSpPr>
        <p:spPr>
          <a:xfrm flipV="1">
            <a:off x="5283200" y="5063490"/>
            <a:ext cx="0" cy="140716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F805503D-A0D5-CFE3-48B4-5CB0A295338E}"/>
              </a:ext>
            </a:extLst>
          </p:cNvPr>
          <p:cNvCxnSpPr>
            <a:cxnSpLocks/>
          </p:cNvCxnSpPr>
          <p:nvPr/>
        </p:nvCxnSpPr>
        <p:spPr>
          <a:xfrm flipV="1">
            <a:off x="6699250" y="5063490"/>
            <a:ext cx="0" cy="140716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FF0ED599-1E01-A78B-0B08-7B1D13BC6147}"/>
              </a:ext>
            </a:extLst>
          </p:cNvPr>
          <p:cNvCxnSpPr>
            <a:cxnSpLocks/>
          </p:cNvCxnSpPr>
          <p:nvPr/>
        </p:nvCxnSpPr>
        <p:spPr>
          <a:xfrm>
            <a:off x="6699250" y="5059680"/>
            <a:ext cx="1778000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2E85374-2285-0E32-4B3A-31090AD7DF98}"/>
              </a:ext>
            </a:extLst>
          </p:cNvPr>
          <p:cNvCxnSpPr>
            <a:cxnSpLocks/>
          </p:cNvCxnSpPr>
          <p:nvPr/>
        </p:nvCxnSpPr>
        <p:spPr>
          <a:xfrm flipH="1">
            <a:off x="5283200" y="6470650"/>
            <a:ext cx="1416050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12CA3D5-546E-56B2-16DC-4C67505C73E2}"/>
              </a:ext>
            </a:extLst>
          </p:cNvPr>
          <p:cNvCxnSpPr>
            <a:cxnSpLocks/>
          </p:cNvCxnSpPr>
          <p:nvPr/>
        </p:nvCxnSpPr>
        <p:spPr>
          <a:xfrm>
            <a:off x="3714750" y="1363379"/>
            <a:ext cx="1568450" cy="43194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895CCDB2-47B9-1A37-A5F3-59011A1C756E}"/>
              </a:ext>
            </a:extLst>
          </p:cNvPr>
          <p:cNvCxnSpPr>
            <a:cxnSpLocks/>
          </p:cNvCxnSpPr>
          <p:nvPr/>
        </p:nvCxnSpPr>
        <p:spPr>
          <a:xfrm>
            <a:off x="5238750" y="1783439"/>
            <a:ext cx="1252220" cy="750471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15CE57CF-25C7-E263-CE8F-0CF15162E2AE}"/>
              </a:ext>
            </a:extLst>
          </p:cNvPr>
          <p:cNvCxnSpPr>
            <a:cxnSpLocks/>
          </p:cNvCxnSpPr>
          <p:nvPr/>
        </p:nvCxnSpPr>
        <p:spPr>
          <a:xfrm>
            <a:off x="6446520" y="2531880"/>
            <a:ext cx="2030730" cy="55924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1889F969-C060-718D-0567-C125E14E89EF}"/>
              </a:ext>
            </a:extLst>
          </p:cNvPr>
          <p:cNvCxnSpPr/>
          <p:nvPr/>
        </p:nvCxnSpPr>
        <p:spPr>
          <a:xfrm>
            <a:off x="5823284" y="2117558"/>
            <a:ext cx="0" cy="4353092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D05D8F1B-6819-CF66-1C82-75EB51D269FB}"/>
              </a:ext>
            </a:extLst>
          </p:cNvPr>
          <p:cNvCxnSpPr>
            <a:cxnSpLocks/>
          </p:cNvCxnSpPr>
          <p:nvPr/>
        </p:nvCxnSpPr>
        <p:spPr>
          <a:xfrm flipV="1">
            <a:off x="5823283" y="5948413"/>
            <a:ext cx="1" cy="52223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F82CC0DE-C5A1-5FB3-A0CE-79514D6C544C}"/>
                  </a:ext>
                </a:extLst>
              </p:cNvPr>
              <p:cNvSpPr txBox="1"/>
              <p:nvPr/>
            </p:nvSpPr>
            <p:spPr>
              <a:xfrm>
                <a:off x="5958886" y="6008984"/>
                <a:ext cx="977575" cy="32694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fr-FR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0" i="0" dirty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fr-FR" sz="1400" b="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fr-FR" sz="1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fr-FR" sz="1400" b="0" i="1" dirty="0" smtClean="0">
                        <a:latin typeface="Cambria Math" panose="02040503050406030204" pitchFamily="18" charset="0"/>
                      </a:rPr>
                      <m:t>0°</m:t>
                    </m:r>
                  </m:oMath>
                </a14:m>
                <a:endParaRPr lang="fr-FR" sz="1400" dirty="0"/>
              </a:p>
            </p:txBody>
          </p:sp>
        </mc:Choice>
        <mc:Fallback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F82CC0DE-C5A1-5FB3-A0CE-79514D6C5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886" y="6008984"/>
                <a:ext cx="977575" cy="3269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1197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Microsoft Office PowerPoint</Application>
  <PresentationFormat>Grand écran</PresentationFormat>
  <Paragraphs>55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Pessoles</dc:creator>
  <cp:lastModifiedBy>Xavier Pessoles</cp:lastModifiedBy>
  <cp:revision>1</cp:revision>
  <dcterms:created xsi:type="dcterms:W3CDTF">2026-09-07T19:07:23Z</dcterms:created>
  <dcterms:modified xsi:type="dcterms:W3CDTF">2026-09-07T20:28:57Z</dcterms:modified>
</cp:coreProperties>
</file>