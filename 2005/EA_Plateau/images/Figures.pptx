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-1196" y="-9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C433C1-DAA5-3652-CA0F-DCC918DDF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883FDA-D17E-A9D3-BACD-B2B9DCCA2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438761-7171-1968-6A35-D07DC0D15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7C5916-9728-3B5F-5712-C99365FB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144069-B8AE-2E68-AFBC-2EC504C0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04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CBFECC-AAF5-5FB2-1E8B-EE10B4E0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607744-AC30-82E3-C43F-629461692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318554-7349-1B11-EE9F-03F22D68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C885B8-5560-02DB-8406-51774788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D8C3B6-8ED3-E37E-1009-685F1354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21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949640-329E-2F87-FD1E-4294068BD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DE6305-2620-2219-CE1D-081CEB277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EADE79-AFE8-9421-B2AB-EE8A4B99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215253-EE93-668E-1CF7-16534DE3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3057ED-E730-6BE0-E717-ECB88C9A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19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6BC0AC-9817-E841-D3D2-4040646A1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8D19C9-D04C-EC81-B881-93D80B330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7C85EF9-EC71-E77F-1E96-D3AF4FC61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635475-B4F1-1B15-AD9C-21BC5EE99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C11415-2F1F-F5CA-7898-93AF8421B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7C620B-A7F3-DF0E-ABBA-2FCC8A94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36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1BDDC6-4104-A915-B008-8DF3046C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6DFCA5-B2B4-F44C-C46F-68127C5F7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7ACDFA-4F08-2299-373C-DA96F3721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4D4A6CA-587F-27A0-60A3-0770CCD43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F2C2287-C1CD-9DB4-8D0B-3C7068E67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5DCA4DE-B189-BFC6-1248-CE9E7B46F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91C9996-A774-BBD0-F669-894309EAE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FE54578-6B32-5B38-DA1F-4B65A402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2585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87D60-77B4-350C-4EBF-FAA641DF4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2FE78A-1EE9-6A0D-B6D9-200F79DA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3C9561-AFC2-1BC1-67F5-44805579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8FC499-5351-A06D-70ED-A5522164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0265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2E2EF30-D549-06F3-FEEE-CC4D4F7C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1DB396A-A62E-F317-5B4E-1B41C6B1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659E20-6867-47E4-997D-9FFF155A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99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2C034B-8EE3-A50B-1EA7-A88B9B263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E7A124-FF71-750F-64D6-AD1DB18AE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8780CD-AA34-D65C-879A-0F65F2918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6A8A11-B22E-4B0A-533B-04D6A293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C0AB02-9719-59FD-7A31-C343D660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F6AC1B-343C-FBF9-00D2-9EC8DAC3F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623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EDC7EA-5317-CDC7-0325-4ED8803C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EB0AF1D-96E2-CBAC-188C-C5DFD1A5F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899D631-3B72-D9F6-E767-ABB2DB2D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08ABF5B-C62F-77DC-D5E7-08AC51E2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5F36AD0-C97F-3D21-73BC-9D82E078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E86BE8-5F9B-13CF-C321-6FCAF59A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91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9C2078-4A36-251B-D0CF-1CFD5A52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61E823-E957-5601-52F4-A7D640A0A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9D223F-872D-09AB-3B07-A19838C3A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A993E6-1DD0-9D15-0849-A2FEF6D56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632D66-C664-9CF0-C40F-58AE169C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848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F58270F-51EA-93C5-3C69-987A2F9CE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728C944-0130-75CE-57BB-5B792EE9F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F4C3DE-559B-B598-3DE0-4247F9EAB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4E416B-DBA8-18BC-ECDD-B20D99C8B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5D1E13-B88C-9C6E-6461-3488294DE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253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AE0FF8D-976B-5791-85F2-4D0EAF2A7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9BA6DF-19FC-8056-355C-A57F7A25F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1E3C6A-0D02-4C35-4CB6-E2BBDF604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9FA06-F65F-434F-8EB6-0C1760E714DA}" type="datetimeFigureOut">
              <a:rPr lang="fr-FR" smtClean="0"/>
              <a:t>26/10/2025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FE81DC-0E48-9C4C-EDC9-14F929979D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3DC3FE-A26B-85C1-512E-EA255C47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FFB9F-61CF-4431-94BF-ADED93970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76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7.png"/><Relationship Id="rId3" Type="http://schemas.openxmlformats.org/officeDocument/2006/relationships/image" Target="../media/image170.png"/><Relationship Id="rId7" Type="http://schemas.openxmlformats.org/officeDocument/2006/relationships/image" Target="../media/image210.png"/><Relationship Id="rId12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50.png"/><Relationship Id="rId5" Type="http://schemas.openxmlformats.org/officeDocument/2006/relationships/image" Target="../media/image190.png"/><Relationship Id="rId10" Type="http://schemas.openxmlformats.org/officeDocument/2006/relationships/image" Target="../media/image24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D2F46-CF80-B87A-876E-43C4A610B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E0B750E-2B5A-A555-3F4F-1A2CCFF4BA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16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orme libre : forme 84">
            <a:extLst>
              <a:ext uri="{FF2B5EF4-FFF2-40B4-BE49-F238E27FC236}">
                <a16:creationId xmlns:a16="http://schemas.microsoft.com/office/drawing/2014/main" id="{C72974E5-7AB3-D8FD-DE41-75E4EA27FA95}"/>
              </a:ext>
            </a:extLst>
          </p:cNvPr>
          <p:cNvSpPr/>
          <p:nvPr/>
        </p:nvSpPr>
        <p:spPr>
          <a:xfrm>
            <a:off x="1792370" y="536837"/>
            <a:ext cx="731546" cy="4329727"/>
          </a:xfrm>
          <a:custGeom>
            <a:avLst/>
            <a:gdLst>
              <a:gd name="connsiteX0" fmla="*/ 0 w 616097"/>
              <a:gd name="connsiteY0" fmla="*/ 0 h 4186990"/>
              <a:gd name="connsiteX1" fmla="*/ 616017 w 616097"/>
              <a:gd name="connsiteY1" fmla="*/ 1771049 h 4186990"/>
              <a:gd name="connsiteX2" fmla="*/ 48127 w 616097"/>
              <a:gd name="connsiteY2" fmla="*/ 4186990 h 4186990"/>
              <a:gd name="connsiteX0" fmla="*/ 0 w 616337"/>
              <a:gd name="connsiteY0" fmla="*/ 0 h 4186990"/>
              <a:gd name="connsiteX1" fmla="*/ 616017 w 616337"/>
              <a:gd name="connsiteY1" fmla="*/ 1771049 h 4186990"/>
              <a:gd name="connsiteX2" fmla="*/ 48127 w 616337"/>
              <a:gd name="connsiteY2" fmla="*/ 4186990 h 4186990"/>
              <a:gd name="connsiteX0" fmla="*/ 0 w 48127"/>
              <a:gd name="connsiteY0" fmla="*/ 0 h 4186990"/>
              <a:gd name="connsiteX1" fmla="*/ 48127 w 48127"/>
              <a:gd name="connsiteY1" fmla="*/ 4186990 h 4186990"/>
              <a:gd name="connsiteX0" fmla="*/ 0 w 341429"/>
              <a:gd name="connsiteY0" fmla="*/ 0 h 4186990"/>
              <a:gd name="connsiteX1" fmla="*/ 48127 w 341429"/>
              <a:gd name="connsiteY1" fmla="*/ 4186990 h 4186990"/>
              <a:gd name="connsiteX0" fmla="*/ 0 w 512052"/>
              <a:gd name="connsiteY0" fmla="*/ 0 h 4186990"/>
              <a:gd name="connsiteX1" fmla="*/ 48127 w 512052"/>
              <a:gd name="connsiteY1" fmla="*/ 4186990 h 4186990"/>
              <a:gd name="connsiteX0" fmla="*/ 0 w 471613"/>
              <a:gd name="connsiteY0" fmla="*/ 0 h 4186990"/>
              <a:gd name="connsiteX1" fmla="*/ 48127 w 471613"/>
              <a:gd name="connsiteY1" fmla="*/ 4186990 h 418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1613" h="4186990">
                <a:moveTo>
                  <a:pt x="0" y="0"/>
                </a:moveTo>
                <a:cubicBezTo>
                  <a:pt x="747562" y="1405288"/>
                  <a:pt x="484472" y="3349592"/>
                  <a:pt x="48127" y="41869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 descr="Une image contenant conception, noir et blanc&#10;&#10;Le contenu généré par l’IA peut être incorrect.">
            <a:extLst>
              <a:ext uri="{FF2B5EF4-FFF2-40B4-BE49-F238E27FC236}">
                <a16:creationId xmlns:a16="http://schemas.microsoft.com/office/drawing/2014/main" id="{FFA4C3EE-EAD8-013F-7592-BD4931378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810" y="510747"/>
            <a:ext cx="4827162" cy="5656071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00481323-C6DA-1C70-610B-DF9A4DA915F2}"/>
              </a:ext>
            </a:extLst>
          </p:cNvPr>
          <p:cNvSpPr/>
          <p:nvPr/>
        </p:nvSpPr>
        <p:spPr>
          <a:xfrm>
            <a:off x="3074446" y="4729935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E3A90BA-0723-02E8-D610-8E9D674EE9DC}"/>
              </a:ext>
            </a:extLst>
          </p:cNvPr>
          <p:cNvSpPr/>
          <p:nvPr/>
        </p:nvSpPr>
        <p:spPr>
          <a:xfrm>
            <a:off x="1638498" y="4722573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CCB9A2F-BAA1-2B7D-D179-2B7219334EC9}"/>
              </a:ext>
            </a:extLst>
          </p:cNvPr>
          <p:cNvSpPr/>
          <p:nvPr/>
        </p:nvSpPr>
        <p:spPr>
          <a:xfrm>
            <a:off x="193028" y="4722573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1’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C9AE6BE-1157-2F58-B2F8-4AA0ADF14E2F}"/>
              </a:ext>
            </a:extLst>
          </p:cNvPr>
          <p:cNvSpPr/>
          <p:nvPr/>
        </p:nvSpPr>
        <p:spPr>
          <a:xfrm>
            <a:off x="3074446" y="3285000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E04A686-57CB-97FB-AE44-650A95D4A90D}"/>
              </a:ext>
            </a:extLst>
          </p:cNvPr>
          <p:cNvSpPr/>
          <p:nvPr/>
        </p:nvSpPr>
        <p:spPr>
          <a:xfrm>
            <a:off x="1628976" y="3299476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43E4F87-D1C1-0326-93C4-5E1C8BE42442}"/>
              </a:ext>
            </a:extLst>
          </p:cNvPr>
          <p:cNvSpPr/>
          <p:nvPr/>
        </p:nvSpPr>
        <p:spPr>
          <a:xfrm>
            <a:off x="1633138" y="1847428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AEBE852-85A8-BE51-07B2-39C822BE4071}"/>
              </a:ext>
            </a:extLst>
          </p:cNvPr>
          <p:cNvSpPr/>
          <p:nvPr/>
        </p:nvSpPr>
        <p:spPr>
          <a:xfrm>
            <a:off x="3058091" y="1844886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6A73A66-44F1-EB64-7406-8ED902D2377B}"/>
              </a:ext>
            </a:extLst>
          </p:cNvPr>
          <p:cNvSpPr/>
          <p:nvPr/>
        </p:nvSpPr>
        <p:spPr>
          <a:xfrm>
            <a:off x="3061699" y="399952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1D1E966-2146-9F7B-B665-12C8EE094FED}"/>
              </a:ext>
            </a:extLst>
          </p:cNvPr>
          <p:cNvSpPr/>
          <p:nvPr/>
        </p:nvSpPr>
        <p:spPr>
          <a:xfrm>
            <a:off x="193028" y="399952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7’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A788E0A-7190-BC60-D7F3-002D103CCE94}"/>
              </a:ext>
            </a:extLst>
          </p:cNvPr>
          <p:cNvSpPr/>
          <p:nvPr/>
        </p:nvSpPr>
        <p:spPr>
          <a:xfrm>
            <a:off x="1630904" y="392838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F8252A7-F8EA-CF93-FC10-8E167BBAE472}"/>
              </a:ext>
            </a:extLst>
          </p:cNvPr>
          <p:cNvSpPr/>
          <p:nvPr/>
        </p:nvSpPr>
        <p:spPr>
          <a:xfrm>
            <a:off x="202901" y="1844886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6’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9A5C79F-407E-FE2A-6D26-AE2A0A09256F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1926498" y="4866573"/>
            <a:ext cx="1147948" cy="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114509D8-2B73-7774-5B7A-FAFD58CD8827}"/>
              </a:ext>
            </a:extLst>
          </p:cNvPr>
          <p:cNvCxnSpPr>
            <a:cxnSpLocks/>
            <a:stCxn id="7" idx="2"/>
            <a:endCxn id="8" idx="6"/>
          </p:cNvCxnSpPr>
          <p:nvPr/>
        </p:nvCxnSpPr>
        <p:spPr>
          <a:xfrm flipH="1">
            <a:off x="481028" y="4866573"/>
            <a:ext cx="1157470" cy="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E55C35B1-08D0-2CF4-FDF6-B6ECC40B9D7D}"/>
              </a:ext>
            </a:extLst>
          </p:cNvPr>
          <p:cNvSpPr/>
          <p:nvPr/>
        </p:nvSpPr>
        <p:spPr>
          <a:xfrm>
            <a:off x="193039" y="3285000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2’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806F888F-C5BF-AFFA-2947-0CEEE7712FE2}"/>
              </a:ext>
            </a:extLst>
          </p:cNvPr>
          <p:cNvCxnSpPr>
            <a:cxnSpLocks/>
            <a:stCxn id="10" idx="6"/>
            <a:endCxn id="9" idx="2"/>
          </p:cNvCxnSpPr>
          <p:nvPr/>
        </p:nvCxnSpPr>
        <p:spPr>
          <a:xfrm flipV="1">
            <a:off x="1916976" y="3429000"/>
            <a:ext cx="1157470" cy="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E783C3FB-AA35-029C-CC52-CF99B1ACFF23}"/>
              </a:ext>
            </a:extLst>
          </p:cNvPr>
          <p:cNvCxnSpPr>
            <a:cxnSpLocks/>
            <a:stCxn id="29" idx="6"/>
            <a:endCxn id="10" idx="2"/>
          </p:cNvCxnSpPr>
          <p:nvPr/>
        </p:nvCxnSpPr>
        <p:spPr>
          <a:xfrm>
            <a:off x="481039" y="3429000"/>
            <a:ext cx="1147937" cy="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05623B6C-370C-4740-2677-12804B062C43}"/>
              </a:ext>
            </a:extLst>
          </p:cNvPr>
          <p:cNvCxnSpPr>
            <a:cxnSpLocks/>
            <a:stCxn id="4" idx="0"/>
            <a:endCxn id="9" idx="4"/>
          </p:cNvCxnSpPr>
          <p:nvPr/>
        </p:nvCxnSpPr>
        <p:spPr>
          <a:xfrm flipV="1">
            <a:off x="3218446" y="3573000"/>
            <a:ext cx="0" cy="1156935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FF600109-B8C3-FF53-DCBD-E4FD24C32789}"/>
              </a:ext>
            </a:extLst>
          </p:cNvPr>
          <p:cNvCxnSpPr>
            <a:cxnSpLocks/>
            <a:stCxn id="8" idx="0"/>
            <a:endCxn id="29" idx="4"/>
          </p:cNvCxnSpPr>
          <p:nvPr/>
        </p:nvCxnSpPr>
        <p:spPr>
          <a:xfrm flipV="1">
            <a:off x="337028" y="3573000"/>
            <a:ext cx="11" cy="1149573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9FC5EFA5-1501-3222-6B39-0A7C607A4A78}"/>
              </a:ext>
            </a:extLst>
          </p:cNvPr>
          <p:cNvCxnSpPr>
            <a:cxnSpLocks/>
            <a:stCxn id="10" idx="0"/>
            <a:endCxn id="11" idx="4"/>
          </p:cNvCxnSpPr>
          <p:nvPr/>
        </p:nvCxnSpPr>
        <p:spPr>
          <a:xfrm flipV="1">
            <a:off x="1772976" y="2135428"/>
            <a:ext cx="0" cy="1164048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86B278CB-763C-C666-3A73-2ADA34C7BC00}"/>
              </a:ext>
            </a:extLst>
          </p:cNvPr>
          <p:cNvCxnSpPr>
            <a:cxnSpLocks/>
            <a:stCxn id="13" idx="2"/>
            <a:endCxn id="11" idx="6"/>
          </p:cNvCxnSpPr>
          <p:nvPr/>
        </p:nvCxnSpPr>
        <p:spPr>
          <a:xfrm flipH="1">
            <a:off x="1921138" y="1988886"/>
            <a:ext cx="1136953" cy="2542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886B7225-1896-A23F-C57D-23AF6899C530}"/>
              </a:ext>
            </a:extLst>
          </p:cNvPr>
          <p:cNvCxnSpPr>
            <a:cxnSpLocks/>
            <a:stCxn id="13" idx="0"/>
            <a:endCxn id="14" idx="4"/>
          </p:cNvCxnSpPr>
          <p:nvPr/>
        </p:nvCxnSpPr>
        <p:spPr>
          <a:xfrm flipV="1">
            <a:off x="3202091" y="687952"/>
            <a:ext cx="3608" cy="1156934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1856C764-828C-62B6-8D28-6B4F039DC412}"/>
              </a:ext>
            </a:extLst>
          </p:cNvPr>
          <p:cNvCxnSpPr>
            <a:cxnSpLocks/>
            <a:stCxn id="11" idx="2"/>
            <a:endCxn id="18" idx="6"/>
          </p:cNvCxnSpPr>
          <p:nvPr/>
        </p:nvCxnSpPr>
        <p:spPr>
          <a:xfrm flipH="1" flipV="1">
            <a:off x="490901" y="1988886"/>
            <a:ext cx="1142237" cy="2542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5E60E917-6023-1C80-35F2-AD47BBF1B458}"/>
              </a:ext>
            </a:extLst>
          </p:cNvPr>
          <p:cNvCxnSpPr>
            <a:cxnSpLocks/>
            <a:stCxn id="18" idx="0"/>
            <a:endCxn id="16" idx="4"/>
          </p:cNvCxnSpPr>
          <p:nvPr/>
        </p:nvCxnSpPr>
        <p:spPr>
          <a:xfrm flipH="1" flipV="1">
            <a:off x="337028" y="687952"/>
            <a:ext cx="9873" cy="1156934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3A004F46-ED93-3939-995B-F0C3B434AC37}"/>
              </a:ext>
            </a:extLst>
          </p:cNvPr>
          <p:cNvCxnSpPr>
            <a:cxnSpLocks/>
            <a:stCxn id="14" idx="2"/>
            <a:endCxn id="17" idx="6"/>
          </p:cNvCxnSpPr>
          <p:nvPr/>
        </p:nvCxnSpPr>
        <p:spPr>
          <a:xfrm flipH="1" flipV="1">
            <a:off x="1918904" y="536838"/>
            <a:ext cx="1142795" cy="7114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7A5ED773-8D5F-122F-869B-C391863E1F43}"/>
              </a:ext>
            </a:extLst>
          </p:cNvPr>
          <p:cNvCxnSpPr>
            <a:cxnSpLocks/>
            <a:stCxn id="17" idx="2"/>
            <a:endCxn id="16" idx="6"/>
          </p:cNvCxnSpPr>
          <p:nvPr/>
        </p:nvCxnSpPr>
        <p:spPr>
          <a:xfrm flipH="1">
            <a:off x="481028" y="536838"/>
            <a:ext cx="1149876" cy="7114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D514E987-CF0B-1592-CEF3-244498F8ACE0}"/>
              </a:ext>
            </a:extLst>
          </p:cNvPr>
          <p:cNvCxnSpPr>
            <a:cxnSpLocks/>
            <a:stCxn id="17" idx="4"/>
            <a:endCxn id="11" idx="0"/>
          </p:cNvCxnSpPr>
          <p:nvPr/>
        </p:nvCxnSpPr>
        <p:spPr>
          <a:xfrm>
            <a:off x="1774904" y="680838"/>
            <a:ext cx="2234" cy="116659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1" name="Image 70">
            <a:extLst>
              <a:ext uri="{FF2B5EF4-FFF2-40B4-BE49-F238E27FC236}">
                <a16:creationId xmlns:a16="http://schemas.microsoft.com/office/drawing/2014/main" id="{C74FDACE-B091-1835-DB9D-33002D732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283" y="707248"/>
            <a:ext cx="2791630" cy="25922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1D3C20F0-2000-9B3F-4536-D2070F8D4531}"/>
                  </a:ext>
                </a:extLst>
              </p:cNvPr>
              <p:cNvSpPr txBox="1"/>
              <p:nvPr/>
            </p:nvSpPr>
            <p:spPr>
              <a:xfrm>
                <a:off x="505173" y="4395451"/>
                <a:ext cx="1185333" cy="500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?,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1D3C20F0-2000-9B3F-4536-D2070F8D4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73" y="4395451"/>
                <a:ext cx="1185333" cy="500073"/>
              </a:xfrm>
              <a:prstGeom prst="rect">
                <a:avLst/>
              </a:prstGeom>
              <a:blipFill>
                <a:blip r:embed="rId4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2A8B7247-7925-C5B4-AF6A-9BC5AD44307D}"/>
                  </a:ext>
                </a:extLst>
              </p:cNvPr>
              <p:cNvSpPr txBox="1"/>
              <p:nvPr/>
            </p:nvSpPr>
            <p:spPr>
              <a:xfrm>
                <a:off x="1908496" y="4366491"/>
                <a:ext cx="1185333" cy="500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?,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2A8B7247-7925-C5B4-AF6A-9BC5AD443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496" y="4366491"/>
                <a:ext cx="1185333" cy="500073"/>
              </a:xfrm>
              <a:prstGeom prst="rect">
                <a:avLst/>
              </a:prstGeom>
              <a:blipFill>
                <a:blip r:embed="rId5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3D9CDC23-C056-FC3F-5BB4-3FEBDF58BF45}"/>
                  </a:ext>
                </a:extLst>
              </p:cNvPr>
              <p:cNvSpPr txBox="1"/>
              <p:nvPr/>
            </p:nvSpPr>
            <p:spPr>
              <a:xfrm>
                <a:off x="3190291" y="3884631"/>
                <a:ext cx="1185333" cy="500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 glissant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?,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3D9CDC23-C056-FC3F-5BB4-3FEBDF58B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291" y="3884631"/>
                <a:ext cx="1185333" cy="500073"/>
              </a:xfrm>
              <a:prstGeom prst="rect">
                <a:avLst/>
              </a:prstGeom>
              <a:blipFill>
                <a:blip r:embed="rId6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EF5E402E-CBB2-BA41-09C3-9C163D6E2566}"/>
                  </a:ext>
                </a:extLst>
              </p:cNvPr>
              <p:cNvSpPr txBox="1"/>
              <p:nvPr/>
            </p:nvSpPr>
            <p:spPr>
              <a:xfrm>
                <a:off x="245694" y="3884631"/>
                <a:ext cx="1185333" cy="500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 glissant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?,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EF5E402E-CBB2-BA41-09C3-9C163D6E2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94" y="3884631"/>
                <a:ext cx="1185333" cy="500073"/>
              </a:xfrm>
              <a:prstGeom prst="rect">
                <a:avLst/>
              </a:prstGeom>
              <a:blipFill>
                <a:blip r:embed="rId7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86819644-C6F7-3837-F336-3245BA6B7FE1}"/>
                  </a:ext>
                </a:extLst>
              </p:cNvPr>
              <p:cNvSpPr txBox="1"/>
              <p:nvPr/>
            </p:nvSpPr>
            <p:spPr>
              <a:xfrm>
                <a:off x="472038" y="2988533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Sphérique</a:t>
                </a:r>
              </a:p>
              <a:p>
                <a:pPr algn="ctr"/>
                <a:r>
                  <a:rPr lang="fr-FR" sz="1200" dirty="0"/>
                  <a:t>centre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86819644-C6F7-3837-F336-3245BA6B7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38" y="2988533"/>
                <a:ext cx="1185333" cy="461665"/>
              </a:xfrm>
              <a:prstGeom prst="rect">
                <a:avLst/>
              </a:prstGeom>
              <a:blipFill>
                <a:blip r:embed="rId8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7B2D0F69-D082-CEB1-30EF-32DB3B9E08F0}"/>
                  </a:ext>
                </a:extLst>
              </p:cNvPr>
              <p:cNvSpPr txBox="1"/>
              <p:nvPr/>
            </p:nvSpPr>
            <p:spPr>
              <a:xfrm>
                <a:off x="1888582" y="2981811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Sphérique</a:t>
                </a:r>
              </a:p>
              <a:p>
                <a:pPr algn="ctr"/>
                <a:r>
                  <a:rPr lang="fr-FR" sz="1200" dirty="0"/>
                  <a:t>centre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7B2D0F69-D082-CEB1-30EF-32DB3B9E0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582" y="2981811"/>
                <a:ext cx="1185333" cy="461665"/>
              </a:xfrm>
              <a:prstGeom prst="rect">
                <a:avLst/>
              </a:prstGeom>
              <a:blipFill>
                <a:blip r:embed="rId9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6DD35A09-8E31-0E2A-C329-2C541A4FAF17}"/>
                  </a:ext>
                </a:extLst>
              </p:cNvPr>
              <p:cNvSpPr txBox="1"/>
              <p:nvPr/>
            </p:nvSpPr>
            <p:spPr>
              <a:xfrm>
                <a:off x="838360" y="2282854"/>
                <a:ext cx="1185333" cy="500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?,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6DD35A09-8E31-0E2A-C329-2C541A4FA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60" y="2282854"/>
                <a:ext cx="1185333" cy="500073"/>
              </a:xfrm>
              <a:prstGeom prst="rect">
                <a:avLst/>
              </a:prstGeom>
              <a:blipFill>
                <a:blip r:embed="rId10"/>
                <a:stretch>
                  <a:fillRect b="-60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43FF7ECB-212F-319D-9D77-11934A37881D}"/>
                  </a:ext>
                </a:extLst>
              </p:cNvPr>
              <p:cNvSpPr txBox="1"/>
              <p:nvPr/>
            </p:nvSpPr>
            <p:spPr>
              <a:xfrm>
                <a:off x="485107" y="1533255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Sphérique</a:t>
                </a:r>
              </a:p>
              <a:p>
                <a:pPr algn="ctr"/>
                <a:r>
                  <a:rPr lang="fr-FR" sz="1200" dirty="0"/>
                  <a:t>centre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43FF7ECB-212F-319D-9D77-11934A378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07" y="1533255"/>
                <a:ext cx="1185333" cy="461665"/>
              </a:xfrm>
              <a:prstGeom prst="rect">
                <a:avLst/>
              </a:prstGeom>
              <a:blipFill>
                <a:blip r:embed="rId11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80C27399-37D7-B1A0-9383-479405D6B444}"/>
                  </a:ext>
                </a:extLst>
              </p:cNvPr>
              <p:cNvSpPr txBox="1"/>
              <p:nvPr/>
            </p:nvSpPr>
            <p:spPr>
              <a:xfrm>
                <a:off x="2177113" y="1507553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Sphérique</a:t>
                </a:r>
              </a:p>
              <a:p>
                <a:pPr algn="ctr"/>
                <a:r>
                  <a:rPr lang="fr-FR" sz="1200" dirty="0"/>
                  <a:t>centre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80C27399-37D7-B1A0-9383-479405D6B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113" y="1507553"/>
                <a:ext cx="1185333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1DD726F6-B5A8-5B5E-FB67-D17325B81E9F}"/>
                  </a:ext>
                </a:extLst>
              </p:cNvPr>
              <p:cNvSpPr txBox="1"/>
              <p:nvPr/>
            </p:nvSpPr>
            <p:spPr>
              <a:xfrm>
                <a:off x="2999087" y="1032858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Sphérique</a:t>
                </a:r>
              </a:p>
              <a:p>
                <a:pPr algn="ctr"/>
                <a:r>
                  <a:rPr lang="fr-FR" sz="1200" dirty="0"/>
                  <a:t>centre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1DD726F6-B5A8-5B5E-FB67-D17325B81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087" y="1032858"/>
                <a:ext cx="1185333" cy="461665"/>
              </a:xfrm>
              <a:prstGeom prst="rect">
                <a:avLst/>
              </a:prstGeom>
              <a:blipFill>
                <a:blip r:embed="rId9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FD3A3796-9BA6-F14C-32C0-044CD6FC84CB}"/>
                  </a:ext>
                </a:extLst>
              </p:cNvPr>
              <p:cNvSpPr txBox="1"/>
              <p:nvPr/>
            </p:nvSpPr>
            <p:spPr>
              <a:xfrm>
                <a:off x="129586" y="1015362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Sphérique</a:t>
                </a:r>
              </a:p>
              <a:p>
                <a:pPr algn="ctr"/>
                <a:r>
                  <a:rPr lang="fr-FR" sz="1200" dirty="0"/>
                  <a:t>centre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FD3A3796-9BA6-F14C-32C0-044CD6FC8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86" y="1015362"/>
                <a:ext cx="1185333" cy="461665"/>
              </a:xfrm>
              <a:prstGeom prst="rect">
                <a:avLst/>
              </a:prstGeom>
              <a:blipFill>
                <a:blip r:embed="rId13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ZoneTexte 97">
                <a:extLst>
                  <a:ext uri="{FF2B5EF4-FFF2-40B4-BE49-F238E27FC236}">
                    <a16:creationId xmlns:a16="http://schemas.microsoft.com/office/drawing/2014/main" id="{225B8922-2097-50B4-810E-28271854DD3E}"/>
                  </a:ext>
                </a:extLst>
              </p:cNvPr>
              <p:cNvSpPr txBox="1"/>
              <p:nvPr/>
            </p:nvSpPr>
            <p:spPr>
              <a:xfrm>
                <a:off x="459759" y="64389"/>
                <a:ext cx="1185333" cy="500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?,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98" name="ZoneTexte 97">
                <a:extLst>
                  <a:ext uri="{FF2B5EF4-FFF2-40B4-BE49-F238E27FC236}">
                    <a16:creationId xmlns:a16="http://schemas.microsoft.com/office/drawing/2014/main" id="{225B8922-2097-50B4-810E-28271854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59" y="64389"/>
                <a:ext cx="1185333" cy="500073"/>
              </a:xfrm>
              <a:prstGeom prst="rect">
                <a:avLst/>
              </a:prstGeom>
              <a:blipFill>
                <a:blip r:embed="rId14"/>
                <a:stretch>
                  <a:fillRect t="-1220" b="-73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ZoneTexte 100">
                <a:extLst>
                  <a:ext uri="{FF2B5EF4-FFF2-40B4-BE49-F238E27FC236}">
                    <a16:creationId xmlns:a16="http://schemas.microsoft.com/office/drawing/2014/main" id="{EF727A31-7E41-9230-08C7-0F6C55D16C97}"/>
                  </a:ext>
                </a:extLst>
              </p:cNvPr>
              <p:cNvSpPr txBox="1"/>
              <p:nvPr/>
            </p:nvSpPr>
            <p:spPr>
              <a:xfrm>
                <a:off x="1864020" y="30171"/>
                <a:ext cx="1185333" cy="500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?,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01" name="ZoneTexte 100">
                <a:extLst>
                  <a:ext uri="{FF2B5EF4-FFF2-40B4-BE49-F238E27FC236}">
                    <a16:creationId xmlns:a16="http://schemas.microsoft.com/office/drawing/2014/main" id="{EF727A31-7E41-9230-08C7-0F6C55D16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020" y="30171"/>
                <a:ext cx="1185333" cy="500073"/>
              </a:xfrm>
              <a:prstGeom prst="rect">
                <a:avLst/>
              </a:prstGeom>
              <a:blipFill>
                <a:blip r:embed="rId15"/>
                <a:stretch>
                  <a:fillRect t="-1220" b="-73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ZoneTexte 101">
                <a:extLst>
                  <a:ext uri="{FF2B5EF4-FFF2-40B4-BE49-F238E27FC236}">
                    <a16:creationId xmlns:a16="http://schemas.microsoft.com/office/drawing/2014/main" id="{662B860A-7851-0F9B-9282-AD1B3DF09A09}"/>
                  </a:ext>
                </a:extLst>
              </p:cNvPr>
              <p:cNvSpPr txBox="1"/>
              <p:nvPr/>
            </p:nvSpPr>
            <p:spPr>
              <a:xfrm>
                <a:off x="2314992" y="2323419"/>
                <a:ext cx="1185333" cy="500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?,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02" name="ZoneTexte 101">
                <a:extLst>
                  <a:ext uri="{FF2B5EF4-FFF2-40B4-BE49-F238E27FC236}">
                    <a16:creationId xmlns:a16="http://schemas.microsoft.com/office/drawing/2014/main" id="{662B860A-7851-0F9B-9282-AD1B3DF09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992" y="2323419"/>
                <a:ext cx="1185333" cy="500073"/>
              </a:xfrm>
              <a:prstGeom prst="rect">
                <a:avLst/>
              </a:prstGeom>
              <a:blipFill>
                <a:blip r:embed="rId16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ZoneTexte 102">
            <a:extLst>
              <a:ext uri="{FF2B5EF4-FFF2-40B4-BE49-F238E27FC236}">
                <a16:creationId xmlns:a16="http://schemas.microsoft.com/office/drawing/2014/main" id="{97F89379-7857-0AAE-1573-82B86677A67F}"/>
              </a:ext>
            </a:extLst>
          </p:cNvPr>
          <p:cNvSpPr txBox="1"/>
          <p:nvPr/>
        </p:nvSpPr>
        <p:spPr>
          <a:xfrm>
            <a:off x="928352" y="1129901"/>
            <a:ext cx="1185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3DDL</a:t>
            </a:r>
          </a:p>
        </p:txBody>
      </p:sp>
    </p:spTree>
    <p:extLst>
      <p:ext uri="{BB962C8B-B14F-4D97-AF65-F5344CB8AC3E}">
        <p14:creationId xmlns:p14="http://schemas.microsoft.com/office/powerpoint/2010/main" val="1585501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069DC-3574-48EF-8B2E-8BCEAE38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3A6DB0B-5352-002C-4D70-7004A7A1A2EB}"/>
              </a:ext>
            </a:extLst>
          </p:cNvPr>
          <p:cNvSpPr/>
          <p:nvPr/>
        </p:nvSpPr>
        <p:spPr>
          <a:xfrm>
            <a:off x="3074446" y="4729935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A818544-CC77-C5E6-9F4D-2BE1B0EAAE50}"/>
              </a:ext>
            </a:extLst>
          </p:cNvPr>
          <p:cNvSpPr/>
          <p:nvPr/>
        </p:nvSpPr>
        <p:spPr>
          <a:xfrm>
            <a:off x="1638498" y="4722573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CF42734-BF0B-FD0B-F5CC-0C6E6ADBDFA4}"/>
              </a:ext>
            </a:extLst>
          </p:cNvPr>
          <p:cNvSpPr/>
          <p:nvPr/>
        </p:nvSpPr>
        <p:spPr>
          <a:xfrm>
            <a:off x="193028" y="4722573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1’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CE568A2-289F-BECC-C304-8AB3774A7790}"/>
              </a:ext>
            </a:extLst>
          </p:cNvPr>
          <p:cNvSpPr/>
          <p:nvPr/>
        </p:nvSpPr>
        <p:spPr>
          <a:xfrm>
            <a:off x="3074446" y="3285000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B275674-3362-6070-2325-9973C9DB0A6F}"/>
              </a:ext>
            </a:extLst>
          </p:cNvPr>
          <p:cNvSpPr/>
          <p:nvPr/>
        </p:nvSpPr>
        <p:spPr>
          <a:xfrm>
            <a:off x="1628976" y="3299476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93AC4E62-0B8B-97F9-8786-E0651BEFCD05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1926498" y="4866573"/>
            <a:ext cx="1147948" cy="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17C1E0F4-FE43-5436-E63A-9F40EAC71D56}"/>
              </a:ext>
            </a:extLst>
          </p:cNvPr>
          <p:cNvCxnSpPr>
            <a:cxnSpLocks/>
            <a:stCxn id="7" idx="2"/>
            <a:endCxn id="8" idx="6"/>
          </p:cNvCxnSpPr>
          <p:nvPr/>
        </p:nvCxnSpPr>
        <p:spPr>
          <a:xfrm flipH="1">
            <a:off x="481028" y="4866573"/>
            <a:ext cx="1157470" cy="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1B2229B2-1D30-F462-E61B-0AD1EDA0BDE2}"/>
              </a:ext>
            </a:extLst>
          </p:cNvPr>
          <p:cNvSpPr/>
          <p:nvPr/>
        </p:nvSpPr>
        <p:spPr>
          <a:xfrm>
            <a:off x="193039" y="3285000"/>
            <a:ext cx="288000" cy="28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2’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24C5A6C2-FF41-0CC7-DEE1-9DA01E024077}"/>
              </a:ext>
            </a:extLst>
          </p:cNvPr>
          <p:cNvCxnSpPr>
            <a:cxnSpLocks/>
            <a:stCxn id="10" idx="6"/>
            <a:endCxn id="9" idx="2"/>
          </p:cNvCxnSpPr>
          <p:nvPr/>
        </p:nvCxnSpPr>
        <p:spPr>
          <a:xfrm flipV="1">
            <a:off x="1916976" y="3429000"/>
            <a:ext cx="1157470" cy="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FE9596E-A4CD-8C5E-A28F-65FE4F202DC9}"/>
              </a:ext>
            </a:extLst>
          </p:cNvPr>
          <p:cNvCxnSpPr>
            <a:cxnSpLocks/>
            <a:stCxn id="29" idx="6"/>
            <a:endCxn id="10" idx="2"/>
          </p:cNvCxnSpPr>
          <p:nvPr/>
        </p:nvCxnSpPr>
        <p:spPr>
          <a:xfrm>
            <a:off x="481039" y="3429000"/>
            <a:ext cx="1147937" cy="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B48EB007-DBF2-0158-8D89-0E28CC60B4B7}"/>
              </a:ext>
            </a:extLst>
          </p:cNvPr>
          <p:cNvCxnSpPr>
            <a:cxnSpLocks/>
            <a:stCxn id="4" idx="0"/>
            <a:endCxn id="9" idx="4"/>
          </p:cNvCxnSpPr>
          <p:nvPr/>
        </p:nvCxnSpPr>
        <p:spPr>
          <a:xfrm flipV="1">
            <a:off x="3218446" y="3573000"/>
            <a:ext cx="0" cy="1156935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04909EA-BBD9-A3A3-DE9A-76E352BD4F04}"/>
              </a:ext>
            </a:extLst>
          </p:cNvPr>
          <p:cNvCxnSpPr>
            <a:cxnSpLocks/>
            <a:stCxn id="8" idx="0"/>
            <a:endCxn id="29" idx="4"/>
          </p:cNvCxnSpPr>
          <p:nvPr/>
        </p:nvCxnSpPr>
        <p:spPr>
          <a:xfrm flipV="1">
            <a:off x="337028" y="3573000"/>
            <a:ext cx="11" cy="1149573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AC05BB65-DD3F-7B0D-835F-354860785DB4}"/>
                  </a:ext>
                </a:extLst>
              </p:cNvPr>
              <p:cNvSpPr txBox="1"/>
              <p:nvPr/>
            </p:nvSpPr>
            <p:spPr>
              <a:xfrm>
                <a:off x="505173" y="4395451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′,</m:t>
                        </m:r>
                        <m:acc>
                          <m:accPr>
                            <m:chr m:val="⃗"/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AC05BB65-DD3F-7B0D-835F-354860785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73" y="4395451"/>
                <a:ext cx="1185333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E3863DE3-CCB8-FB86-8127-7C5F0B3F57AC}"/>
                  </a:ext>
                </a:extLst>
              </p:cNvPr>
              <p:cNvSpPr txBox="1"/>
              <p:nvPr/>
            </p:nvSpPr>
            <p:spPr>
              <a:xfrm>
                <a:off x="1918121" y="4433867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E3863DE3-CCB8-FB86-8127-7C5F0B3F5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121" y="4433867"/>
                <a:ext cx="1185333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A946DA29-3FD4-A04D-FFC3-CE9CE08E519B}"/>
                  </a:ext>
                </a:extLst>
              </p:cNvPr>
              <p:cNvSpPr txBox="1"/>
              <p:nvPr/>
            </p:nvSpPr>
            <p:spPr>
              <a:xfrm>
                <a:off x="3190291" y="3888415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/>
                  <a:t>Pivot glissant</a:t>
                </a:r>
              </a:p>
              <a:p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A946DA29-3FD4-A04D-FFC3-CE9CE08E5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291" y="3888415"/>
                <a:ext cx="1185333" cy="461665"/>
              </a:xfrm>
              <a:prstGeom prst="rect">
                <a:avLst/>
              </a:prstGeom>
              <a:blipFill>
                <a:blip r:embed="rId4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733054F1-B298-ED98-C3D1-1AB880FBFE9F}"/>
                  </a:ext>
                </a:extLst>
              </p:cNvPr>
              <p:cNvSpPr txBox="1"/>
              <p:nvPr/>
            </p:nvSpPr>
            <p:spPr>
              <a:xfrm>
                <a:off x="279984" y="3888415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/>
                  <a:t>Pivot glissant</a:t>
                </a:r>
              </a:p>
              <a:p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733054F1-B298-ED98-C3D1-1AB880FBF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4" y="3888415"/>
                <a:ext cx="1185333" cy="461665"/>
              </a:xfrm>
              <a:prstGeom prst="rect">
                <a:avLst/>
              </a:prstGeom>
              <a:blipFill>
                <a:blip r:embed="rId5"/>
                <a:stretch>
                  <a:fillRect l="-515" t="-1316"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454D2D8F-675A-652D-161F-431B3C3E82F9}"/>
                  </a:ext>
                </a:extLst>
              </p:cNvPr>
              <p:cNvSpPr txBox="1"/>
              <p:nvPr/>
            </p:nvSpPr>
            <p:spPr>
              <a:xfrm>
                <a:off x="472038" y="2988533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454D2D8F-675A-652D-161F-431B3C3E8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38" y="2988533"/>
                <a:ext cx="1185333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1601AD93-CECB-1E71-8CA7-32E9E738B63F}"/>
                  </a:ext>
                </a:extLst>
              </p:cNvPr>
              <p:cNvSpPr txBox="1"/>
              <p:nvPr/>
            </p:nvSpPr>
            <p:spPr>
              <a:xfrm>
                <a:off x="1888582" y="2981811"/>
                <a:ext cx="1185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/>
                  <a:t>Pivot</a:t>
                </a:r>
              </a:p>
              <a:p>
                <a:pPr algn="ctr"/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1601AD93-CECB-1E71-8CA7-32E9E738B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582" y="2981811"/>
                <a:ext cx="1185333" cy="461665"/>
              </a:xfrm>
              <a:prstGeom prst="rect">
                <a:avLst/>
              </a:prstGeom>
              <a:blipFill>
                <a:blip r:embed="rId7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5F02EC72-DC25-A276-3AED-9C6D8534F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4386" y="1297851"/>
            <a:ext cx="3000794" cy="3829584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4070593-77C3-C18B-6D5E-61D9EDF14152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H="1" flipV="1">
            <a:off x="1772976" y="3587476"/>
            <a:ext cx="9522" cy="1135097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1ED6C3A6-A2BD-0BB8-9D89-3370394B225E}"/>
                  </a:ext>
                </a:extLst>
              </p:cNvPr>
              <p:cNvSpPr txBox="1"/>
              <p:nvPr/>
            </p:nvSpPr>
            <p:spPr>
              <a:xfrm>
                <a:off x="1735759" y="3888415"/>
                <a:ext cx="14915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/>
                  <a:t>Linéaire annulaire</a:t>
                </a:r>
              </a:p>
              <a:p>
                <a:r>
                  <a:rPr lang="fr-FR" sz="12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1ED6C3A6-A2BD-0BB8-9D89-3370394B2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759" y="3888415"/>
                <a:ext cx="1491568" cy="461665"/>
              </a:xfrm>
              <a:prstGeom prst="rect">
                <a:avLst/>
              </a:prstGeom>
              <a:blipFill>
                <a:blip r:embed="rId9"/>
                <a:stretch>
                  <a:fillRect l="-410" t="-1316"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>
            <a:extLst>
              <a:ext uri="{FF2B5EF4-FFF2-40B4-BE49-F238E27FC236}">
                <a16:creationId xmlns:a16="http://schemas.microsoft.com/office/drawing/2014/main" id="{FD8BA8C8-1831-67A7-5916-45767F21341F}"/>
              </a:ext>
            </a:extLst>
          </p:cNvPr>
          <p:cNvSpPr/>
          <p:nvPr/>
        </p:nvSpPr>
        <p:spPr>
          <a:xfrm rot="16200000">
            <a:off x="-506396" y="3929320"/>
            <a:ext cx="1411734" cy="379855"/>
          </a:xfrm>
          <a:prstGeom prst="arc">
            <a:avLst>
              <a:gd name="adj1" fmla="val 11084014"/>
              <a:gd name="adj2" fmla="val 21409539"/>
            </a:avLst>
          </a:prstGeom>
          <a:ln>
            <a:solidFill>
              <a:srgbClr val="C00000"/>
            </a:solidFill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61E4BE0E-000F-A638-9C4C-EF0C08937020}"/>
              </a:ext>
            </a:extLst>
          </p:cNvPr>
          <p:cNvSpPr/>
          <p:nvPr/>
        </p:nvSpPr>
        <p:spPr>
          <a:xfrm rot="5400000" flipH="1" flipV="1">
            <a:off x="2445544" y="4094369"/>
            <a:ext cx="1411734" cy="167693"/>
          </a:xfrm>
          <a:prstGeom prst="arc">
            <a:avLst>
              <a:gd name="adj1" fmla="val 11084014"/>
              <a:gd name="adj2" fmla="val 21409539"/>
            </a:avLst>
          </a:prstGeom>
          <a:ln>
            <a:solidFill>
              <a:srgbClr val="C00000"/>
            </a:solidFill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61D9448-2806-596B-49BE-E324E61B97A2}"/>
              </a:ext>
            </a:extLst>
          </p:cNvPr>
          <p:cNvSpPr/>
          <p:nvPr/>
        </p:nvSpPr>
        <p:spPr>
          <a:xfrm rot="13397340" flipH="1" flipV="1">
            <a:off x="529964" y="2777605"/>
            <a:ext cx="1411734" cy="167693"/>
          </a:xfrm>
          <a:prstGeom prst="arc">
            <a:avLst>
              <a:gd name="adj1" fmla="val 19950188"/>
              <a:gd name="adj2" fmla="val 21409539"/>
            </a:avLst>
          </a:prstGeom>
          <a:ln>
            <a:solidFill>
              <a:srgbClr val="C00000"/>
            </a:solidFill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8A8A4659-44E1-9154-0738-C6331B8AD540}"/>
                  </a:ext>
                </a:extLst>
              </p:cNvPr>
              <p:cNvSpPr txBox="1"/>
              <p:nvPr/>
            </p:nvSpPr>
            <p:spPr>
              <a:xfrm>
                <a:off x="741165" y="2697683"/>
                <a:ext cx="11853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fr-FR" sz="105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05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𝒯</m:t>
                          </m:r>
                          <m:d>
                            <m:dPr>
                              <m:ctrlPr>
                                <a:rPr lang="fr-FR" sz="105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sz="105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ext</m:t>
                              </m:r>
                              <m:r>
                                <a:rPr lang="fr-FR" sz="105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→3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8A8A4659-44E1-9154-0738-C6331B8AD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65" y="2697683"/>
                <a:ext cx="1185333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926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diagramme, dessin, croquis, Plan&#10;&#10;Le contenu généré par l’IA peut être incorrect.">
            <a:extLst>
              <a:ext uri="{FF2B5EF4-FFF2-40B4-BE49-F238E27FC236}">
                <a16:creationId xmlns:a16="http://schemas.microsoft.com/office/drawing/2014/main" id="{D95C363C-3E17-28EB-BE1E-8627E95B5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293" y="0"/>
            <a:ext cx="4459708" cy="56912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3E6C065F-29F9-3F10-FAB0-1C6A195CA9FC}"/>
                  </a:ext>
                </a:extLst>
              </p:cNvPr>
              <p:cNvSpPr txBox="1"/>
              <p:nvPr/>
            </p:nvSpPr>
            <p:spPr>
              <a:xfrm>
                <a:off x="7834964" y="154004"/>
                <a:ext cx="19479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3E6C065F-29F9-3F10-FAB0-1C6A195CA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964" y="154004"/>
                <a:ext cx="194797" cy="276999"/>
              </a:xfrm>
              <a:prstGeom prst="rect">
                <a:avLst/>
              </a:prstGeom>
              <a:blipFill>
                <a:blip r:embed="rId3"/>
                <a:stretch>
                  <a:fillRect l="-28125" r="-31250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5DCA4F2C-8C5A-D642-5B69-89E39B0333A7}"/>
                  </a:ext>
                </a:extLst>
              </p:cNvPr>
              <p:cNvSpPr txBox="1"/>
              <p:nvPr/>
            </p:nvSpPr>
            <p:spPr>
              <a:xfrm>
                <a:off x="5786030" y="1610271"/>
                <a:ext cx="21352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5DCA4F2C-8C5A-D642-5B69-89E39B033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030" y="1610271"/>
                <a:ext cx="213520" cy="276999"/>
              </a:xfrm>
              <a:prstGeom prst="rect">
                <a:avLst/>
              </a:prstGeom>
              <a:blipFill>
                <a:blip r:embed="rId4"/>
                <a:stretch>
                  <a:fillRect l="-25714" r="-25714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E9B44790-2C23-745D-1980-9E1D1797E505}"/>
                  </a:ext>
                </a:extLst>
              </p:cNvPr>
              <p:cNvSpPr txBox="1"/>
              <p:nvPr/>
            </p:nvSpPr>
            <p:spPr>
              <a:xfrm>
                <a:off x="6302496" y="1028244"/>
                <a:ext cx="19447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E9B44790-2C23-745D-1980-9E1D1797E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496" y="1028244"/>
                <a:ext cx="194476" cy="276999"/>
              </a:xfrm>
              <a:prstGeom prst="rect">
                <a:avLst/>
              </a:prstGeom>
              <a:blipFill>
                <a:blip r:embed="rId5"/>
                <a:stretch>
                  <a:fillRect l="-31250" r="-25000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54D4770-9158-D19A-7465-381FD0EDE132}"/>
                  </a:ext>
                </a:extLst>
              </p:cNvPr>
              <p:cNvSpPr txBox="1"/>
              <p:nvPr/>
            </p:nvSpPr>
            <p:spPr>
              <a:xfrm>
                <a:off x="7280061" y="1610270"/>
                <a:ext cx="20499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54D4770-9158-D19A-7465-381FD0EDE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0061" y="1610270"/>
                <a:ext cx="204993" cy="276999"/>
              </a:xfrm>
              <a:prstGeom prst="rect">
                <a:avLst/>
              </a:prstGeom>
              <a:blipFill>
                <a:blip r:embed="rId6"/>
                <a:stretch>
                  <a:fillRect l="-26471" r="-26471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F8C66EA-4899-E02B-C81B-8BD1176CC77F}"/>
                  </a:ext>
                </a:extLst>
              </p:cNvPr>
              <p:cNvSpPr txBox="1"/>
              <p:nvPr/>
            </p:nvSpPr>
            <p:spPr>
              <a:xfrm>
                <a:off x="6496972" y="2420896"/>
                <a:ext cx="19460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F8C66EA-4899-E02B-C81B-8BD1176CC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972" y="2420896"/>
                <a:ext cx="194604" cy="276999"/>
              </a:xfrm>
              <a:prstGeom prst="rect">
                <a:avLst/>
              </a:prstGeom>
              <a:blipFill>
                <a:blip r:embed="rId7"/>
                <a:stretch>
                  <a:fillRect l="-31250" r="-28125"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968BE010-7547-7E91-9830-857C87C62CC3}"/>
                  </a:ext>
                </a:extLst>
              </p:cNvPr>
              <p:cNvSpPr txBox="1"/>
              <p:nvPr/>
            </p:nvSpPr>
            <p:spPr>
              <a:xfrm>
                <a:off x="5591426" y="3497541"/>
                <a:ext cx="19979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968BE010-7547-7E91-9830-857C87C62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426" y="3497541"/>
                <a:ext cx="199798" cy="276999"/>
              </a:xfrm>
              <a:prstGeom prst="rect">
                <a:avLst/>
              </a:prstGeom>
              <a:blipFill>
                <a:blip r:embed="rId8"/>
                <a:stretch>
                  <a:fillRect l="-27273" r="-27273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EBA76497-38B4-C736-7F5D-6457A4EFF01D}"/>
                  </a:ext>
                </a:extLst>
              </p:cNvPr>
              <p:cNvSpPr txBox="1"/>
              <p:nvPr/>
            </p:nvSpPr>
            <p:spPr>
              <a:xfrm>
                <a:off x="5245239" y="2335658"/>
                <a:ext cx="27667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EBA76497-38B4-C736-7F5D-6457A4EFF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239" y="2335658"/>
                <a:ext cx="276679" cy="276999"/>
              </a:xfrm>
              <a:prstGeom prst="rect">
                <a:avLst/>
              </a:prstGeom>
              <a:blipFill>
                <a:blip r:embed="rId9"/>
                <a:stretch>
                  <a:fillRect l="-21739" r="-6522" b="-239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F8EA1621-B1F9-1C85-531E-1F73D8F07C44}"/>
                  </a:ext>
                </a:extLst>
              </p:cNvPr>
              <p:cNvSpPr txBox="1"/>
              <p:nvPr/>
            </p:nvSpPr>
            <p:spPr>
              <a:xfrm>
                <a:off x="5819244" y="809714"/>
                <a:ext cx="18030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F8EA1621-B1F9-1C85-531E-1F73D8F07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244" y="809714"/>
                <a:ext cx="180306" cy="276999"/>
              </a:xfrm>
              <a:prstGeom prst="rect">
                <a:avLst/>
              </a:prstGeom>
              <a:blipFill>
                <a:blip r:embed="rId10"/>
                <a:stretch>
                  <a:fillRect l="-34483" t="-48889" r="-106897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A0CAD3B-36A4-CF35-744B-0352A1D0A1E6}"/>
                  </a:ext>
                </a:extLst>
              </p:cNvPr>
              <p:cNvSpPr txBox="1"/>
              <p:nvPr/>
            </p:nvSpPr>
            <p:spPr>
              <a:xfrm>
                <a:off x="7574572" y="1887269"/>
                <a:ext cx="26039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A0CAD3B-36A4-CF35-744B-0352A1D0A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572" y="1887269"/>
                <a:ext cx="260392" cy="276999"/>
              </a:xfrm>
              <a:prstGeom prst="rect">
                <a:avLst/>
              </a:prstGeom>
              <a:blipFill>
                <a:blip r:embed="rId11"/>
                <a:stretch>
                  <a:fillRect l="-14286" r="-9524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7DE949FF-7989-A29E-517B-4FAE284316F4}"/>
                  </a:ext>
                </a:extLst>
              </p:cNvPr>
              <p:cNvSpPr txBox="1"/>
              <p:nvPr/>
            </p:nvSpPr>
            <p:spPr>
              <a:xfrm>
                <a:off x="7354858" y="4308736"/>
                <a:ext cx="162673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7DE949FF-7989-A29E-517B-4FAE28431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858" y="4308736"/>
                <a:ext cx="162673" cy="276999"/>
              </a:xfrm>
              <a:prstGeom prst="rect">
                <a:avLst/>
              </a:prstGeom>
              <a:blipFill>
                <a:blip r:embed="rId12"/>
                <a:stretch>
                  <a:fillRect l="-42308" t="-48889" r="-119231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E0E33CAA-9B6E-738A-5088-B9DC04DBA6B5}"/>
                  </a:ext>
                </a:extLst>
              </p:cNvPr>
              <p:cNvSpPr txBox="1"/>
              <p:nvPr/>
            </p:nvSpPr>
            <p:spPr>
              <a:xfrm>
                <a:off x="7079846" y="2143897"/>
                <a:ext cx="27501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E0E33CAA-9B6E-738A-5088-B9DC04DBA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846" y="2143897"/>
                <a:ext cx="275012" cy="276999"/>
              </a:xfrm>
              <a:prstGeom prst="rect">
                <a:avLst/>
              </a:prstGeom>
              <a:blipFill>
                <a:blip r:embed="rId13"/>
                <a:stretch>
                  <a:fillRect l="-13043" r="-652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B8584A76-0E81-4651-1039-AEFAD42F419B}"/>
                  </a:ext>
                </a:extLst>
              </p:cNvPr>
              <p:cNvSpPr txBox="1"/>
              <p:nvPr/>
            </p:nvSpPr>
            <p:spPr>
              <a:xfrm>
                <a:off x="8500176" y="292503"/>
                <a:ext cx="27501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B8584A76-0E81-4651-1039-AEFAD42F4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176" y="292503"/>
                <a:ext cx="275012" cy="276999"/>
              </a:xfrm>
              <a:prstGeom prst="rect">
                <a:avLst/>
              </a:prstGeom>
              <a:blipFill>
                <a:blip r:embed="rId14"/>
                <a:stretch>
                  <a:fillRect l="-13333" r="-8889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72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8E64A96-931B-C0B9-93CF-10416FF0A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0166" y="1825625"/>
            <a:ext cx="4071668" cy="4351338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ECE577BB-9A1B-3091-7030-C37390A8BA14}"/>
              </a:ext>
            </a:extLst>
          </p:cNvPr>
          <p:cNvGrpSpPr/>
          <p:nvPr/>
        </p:nvGrpSpPr>
        <p:grpSpPr>
          <a:xfrm>
            <a:off x="4386580" y="3093720"/>
            <a:ext cx="1882616" cy="1924050"/>
            <a:chOff x="4366260" y="3093720"/>
            <a:chExt cx="1882616" cy="1924050"/>
          </a:xfrm>
        </p:grpSpPr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04B38894-98C1-50A5-BDB6-629BBF3136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6260" y="4291102"/>
              <a:ext cx="802616" cy="726668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headEnd type="stealth" w="med" len="lg"/>
              <a:tailEnd type="none" w="med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D5E786D9-E296-4B2B-E0A9-32B164883F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8876" y="4291102"/>
              <a:ext cx="1080000" cy="0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headEnd type="stealth" w="med" len="lg"/>
              <a:tailEnd type="none" w="med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6E50C22F-E210-38A4-17AF-5C66ABCE257B}"/>
                </a:ext>
              </a:extLst>
            </p:cNvPr>
            <p:cNvCxnSpPr>
              <a:cxnSpLocks/>
            </p:cNvCxnSpPr>
            <p:nvPr/>
          </p:nvCxnSpPr>
          <p:spPr>
            <a:xfrm>
              <a:off x="5168876" y="3093720"/>
              <a:ext cx="0" cy="1197382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headEnd type="stealth" w="med" len="lg"/>
              <a:tailEnd type="none" w="med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" name="Ellipse 16">
            <a:extLst>
              <a:ext uri="{FF2B5EF4-FFF2-40B4-BE49-F238E27FC236}">
                <a16:creationId xmlns:a16="http://schemas.microsoft.com/office/drawing/2014/main" id="{6AB9E768-3C73-E2D8-1A6E-5FB17EA0E1FD}"/>
              </a:ext>
            </a:extLst>
          </p:cNvPr>
          <p:cNvSpPr/>
          <p:nvPr/>
        </p:nvSpPr>
        <p:spPr>
          <a:xfrm>
            <a:off x="6623499" y="2949720"/>
            <a:ext cx="288000" cy="28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EF9DF49D-273E-60AA-D9CF-73607EB7AB63}"/>
                  </a:ext>
                </a:extLst>
              </p:cNvPr>
              <p:cNvSpPr txBox="1"/>
              <p:nvPr/>
            </p:nvSpPr>
            <p:spPr>
              <a:xfrm>
                <a:off x="4087346" y="4654436"/>
                <a:ext cx="36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EF9DF49D-273E-60AA-D9CF-73607EB7A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346" y="4654436"/>
                <a:ext cx="361574" cy="369332"/>
              </a:xfrm>
              <a:prstGeom prst="rect">
                <a:avLst/>
              </a:prstGeom>
              <a:blipFill>
                <a:blip r:embed="rId3"/>
                <a:stretch>
                  <a:fillRect t="-23333" r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61FF6B87-4583-FEA1-9A7B-8F5F3D5928B0}"/>
                  </a:ext>
                </a:extLst>
              </p:cNvPr>
              <p:cNvSpPr txBox="1"/>
              <p:nvPr/>
            </p:nvSpPr>
            <p:spPr>
              <a:xfrm>
                <a:off x="6261925" y="4001294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61FF6B87-4583-FEA1-9A7B-8F5F3D592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925" y="4001294"/>
                <a:ext cx="364972" cy="369332"/>
              </a:xfrm>
              <a:prstGeom prst="rect">
                <a:avLst/>
              </a:prstGeom>
              <a:blipFill>
                <a:blip r:embed="rId4"/>
                <a:stretch>
                  <a:fillRect t="-22951" r="-28333"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06C14084-EBA1-068F-6A25-5A6D32C2B2CF}"/>
                  </a:ext>
                </a:extLst>
              </p:cNvPr>
              <p:cNvSpPr txBox="1"/>
              <p:nvPr/>
            </p:nvSpPr>
            <p:spPr>
              <a:xfrm>
                <a:off x="4861165" y="3093719"/>
                <a:ext cx="347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06C14084-EBA1-068F-6A25-5A6D32C2B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165" y="3093719"/>
                <a:ext cx="347338" cy="369332"/>
              </a:xfrm>
              <a:prstGeom prst="rect">
                <a:avLst/>
              </a:prstGeom>
              <a:blipFill>
                <a:blip r:embed="rId5"/>
                <a:stretch>
                  <a:fillRect t="-21311" r="-2807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2843F873-61C5-84CD-E1F4-BF075536ECED}"/>
                  </a:ext>
                </a:extLst>
              </p:cNvPr>
              <p:cNvSpPr txBox="1"/>
              <p:nvPr/>
            </p:nvSpPr>
            <p:spPr>
              <a:xfrm>
                <a:off x="4584574" y="4038968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2843F873-61C5-84CD-E1F4-BF075536E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574" y="4038968"/>
                <a:ext cx="39228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84E720DC-BFE1-D3AA-070A-BAC9FA22A3E1}"/>
              </a:ext>
            </a:extLst>
          </p:cNvPr>
          <p:cNvCxnSpPr>
            <a:cxnSpLocks/>
          </p:cNvCxnSpPr>
          <p:nvPr/>
        </p:nvCxnSpPr>
        <p:spPr>
          <a:xfrm flipV="1">
            <a:off x="5179575" y="2748869"/>
            <a:ext cx="385217" cy="348766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B6AE63A-EBA4-D760-E25A-48E170EA188C}"/>
              </a:ext>
            </a:extLst>
          </p:cNvPr>
          <p:cNvCxnSpPr>
            <a:cxnSpLocks/>
          </p:cNvCxnSpPr>
          <p:nvPr/>
        </p:nvCxnSpPr>
        <p:spPr>
          <a:xfrm>
            <a:off x="5584771" y="2764492"/>
            <a:ext cx="0" cy="1197382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prstDash val="dash"/>
            <a:headEnd type="none" w="med" len="lg"/>
            <a:tailEnd type="non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Ellipse 15">
            <a:extLst>
              <a:ext uri="{FF2B5EF4-FFF2-40B4-BE49-F238E27FC236}">
                <a16:creationId xmlns:a16="http://schemas.microsoft.com/office/drawing/2014/main" id="{65F5D33A-198A-FE0E-047D-C2A947195242}"/>
              </a:ext>
            </a:extLst>
          </p:cNvPr>
          <p:cNvSpPr/>
          <p:nvPr/>
        </p:nvSpPr>
        <p:spPr>
          <a:xfrm>
            <a:off x="5441196" y="3857294"/>
            <a:ext cx="288000" cy="28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714293A7-D4F0-36D5-9BDA-F2B5E018D4E2}"/>
              </a:ext>
            </a:extLst>
          </p:cNvPr>
          <p:cNvCxnSpPr>
            <a:cxnSpLocks/>
          </p:cNvCxnSpPr>
          <p:nvPr/>
        </p:nvCxnSpPr>
        <p:spPr>
          <a:xfrm flipV="1">
            <a:off x="5614308" y="1427834"/>
            <a:ext cx="1464778" cy="1326174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9161461A-1795-854E-5FB1-725441375545}"/>
              </a:ext>
            </a:extLst>
          </p:cNvPr>
          <p:cNvCxnSpPr>
            <a:cxnSpLocks/>
          </p:cNvCxnSpPr>
          <p:nvPr/>
        </p:nvCxnSpPr>
        <p:spPr>
          <a:xfrm>
            <a:off x="7103959" y="1426360"/>
            <a:ext cx="0" cy="1197382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prstDash val="dash"/>
            <a:headEnd type="none" w="med" len="lg"/>
            <a:tailEnd type="non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9FD388F5-C19C-C0BB-90B9-294D2A44C3EA}"/>
                  </a:ext>
                </a:extLst>
              </p:cNvPr>
              <p:cNvSpPr txBox="1"/>
              <p:nvPr/>
            </p:nvSpPr>
            <p:spPr>
              <a:xfrm>
                <a:off x="5105186" y="2504366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9FD388F5-C19C-C0BB-90B9-294D2A44C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186" y="2504366"/>
                <a:ext cx="35137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A749C443-00A6-5569-F3D1-FD472072992E}"/>
                  </a:ext>
                </a:extLst>
              </p:cNvPr>
              <p:cNvSpPr txBox="1"/>
              <p:nvPr/>
            </p:nvSpPr>
            <p:spPr>
              <a:xfrm>
                <a:off x="5969129" y="1640959"/>
                <a:ext cx="3593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A749C443-00A6-5569-F3D1-FD4720729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129" y="1640959"/>
                <a:ext cx="3593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c 31">
            <a:extLst>
              <a:ext uri="{FF2B5EF4-FFF2-40B4-BE49-F238E27FC236}">
                <a16:creationId xmlns:a16="http://schemas.microsoft.com/office/drawing/2014/main" id="{B19E5B2B-881B-587A-CFC2-37B3C4D95AA3}"/>
              </a:ext>
            </a:extLst>
          </p:cNvPr>
          <p:cNvSpPr/>
          <p:nvPr/>
        </p:nvSpPr>
        <p:spPr>
          <a:xfrm>
            <a:off x="2298575" y="2710199"/>
            <a:ext cx="1440000" cy="1440000"/>
          </a:xfrm>
          <a:prstGeom prst="arc">
            <a:avLst>
              <a:gd name="adj1" fmla="val 10810411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C8C63C26-0CBA-F0C9-1AF7-CCBBB4B29DE8}"/>
              </a:ext>
            </a:extLst>
          </p:cNvPr>
          <p:cNvCxnSpPr>
            <a:cxnSpLocks/>
            <a:stCxn id="32" idx="0"/>
          </p:cNvCxnSpPr>
          <p:nvPr/>
        </p:nvCxnSpPr>
        <p:spPr>
          <a:xfrm>
            <a:off x="2298578" y="3428019"/>
            <a:ext cx="719881" cy="18647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CF7BB9E3-E6CF-441F-8851-19AA006993DF}"/>
              </a:ext>
            </a:extLst>
          </p:cNvPr>
          <p:cNvCxnSpPr>
            <a:cxnSpLocks/>
          </p:cNvCxnSpPr>
          <p:nvPr/>
        </p:nvCxnSpPr>
        <p:spPr>
          <a:xfrm flipH="1">
            <a:off x="3022997" y="3402987"/>
            <a:ext cx="722045" cy="18897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91E3C2E6-4835-B559-19B7-5D3FA9082559}"/>
              </a:ext>
            </a:extLst>
          </p:cNvPr>
          <p:cNvGrpSpPr/>
          <p:nvPr/>
        </p:nvGrpSpPr>
        <p:grpSpPr>
          <a:xfrm>
            <a:off x="3009616" y="2532943"/>
            <a:ext cx="900000" cy="900500"/>
            <a:chOff x="5168876" y="3130548"/>
            <a:chExt cx="1159910" cy="1160554"/>
          </a:xfrm>
        </p:grpSpPr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4E914834-D54C-CCB1-DF66-E1C1EFF403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8876" y="4291102"/>
              <a:ext cx="1159910" cy="0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headEnd type="stealth" w="med" len="lg"/>
              <a:tailEnd type="none" w="med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F6D03994-7B43-DB58-82EC-BA225FEA82B4}"/>
                </a:ext>
              </a:extLst>
            </p:cNvPr>
            <p:cNvCxnSpPr>
              <a:cxnSpLocks/>
            </p:cNvCxnSpPr>
            <p:nvPr/>
          </p:nvCxnSpPr>
          <p:spPr>
            <a:xfrm>
              <a:off x="5168876" y="3130548"/>
              <a:ext cx="0" cy="1159910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C00000"/>
              </a:solidFill>
              <a:headEnd type="stealth" w="med" len="lg"/>
              <a:tailEnd type="none" w="med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300D2134-B192-52A4-2A09-384B8BF805F1}"/>
                  </a:ext>
                </a:extLst>
              </p:cNvPr>
              <p:cNvSpPr txBox="1"/>
              <p:nvPr/>
            </p:nvSpPr>
            <p:spPr>
              <a:xfrm>
                <a:off x="3708101" y="3077164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300D2134-B192-52A4-2A09-384B8BF80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101" y="3077164"/>
                <a:ext cx="364972" cy="369332"/>
              </a:xfrm>
              <a:prstGeom prst="rect">
                <a:avLst/>
              </a:prstGeom>
              <a:blipFill>
                <a:blip r:embed="rId9"/>
                <a:stretch>
                  <a:fillRect t="-23333" r="-28333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D2633F15-513F-AE1E-8847-00ADC46CF7CF}"/>
                  </a:ext>
                </a:extLst>
              </p:cNvPr>
              <p:cNvSpPr txBox="1"/>
              <p:nvPr/>
            </p:nvSpPr>
            <p:spPr>
              <a:xfrm>
                <a:off x="2701346" y="2334869"/>
                <a:ext cx="347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D2633F15-513F-AE1E-8847-00ADC46CF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346" y="2334869"/>
                <a:ext cx="347338" cy="369332"/>
              </a:xfrm>
              <a:prstGeom prst="rect">
                <a:avLst/>
              </a:prstGeom>
              <a:blipFill>
                <a:blip r:embed="rId10"/>
                <a:stretch>
                  <a:fillRect t="-22951" r="-2807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Ellipse 45">
            <a:extLst>
              <a:ext uri="{FF2B5EF4-FFF2-40B4-BE49-F238E27FC236}">
                <a16:creationId xmlns:a16="http://schemas.microsoft.com/office/drawing/2014/main" id="{B9D3B811-31E9-40A0-2D8E-7FF31D8C589B}"/>
              </a:ext>
            </a:extLst>
          </p:cNvPr>
          <p:cNvSpPr/>
          <p:nvPr/>
        </p:nvSpPr>
        <p:spPr>
          <a:xfrm>
            <a:off x="2780728" y="3201155"/>
            <a:ext cx="458668" cy="458668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117B584D-A416-16BD-2E70-D0EDF93E9235}"/>
              </a:ext>
            </a:extLst>
          </p:cNvPr>
          <p:cNvCxnSpPr>
            <a:cxnSpLocks/>
          </p:cNvCxnSpPr>
          <p:nvPr/>
        </p:nvCxnSpPr>
        <p:spPr>
          <a:xfrm flipH="1" flipV="1">
            <a:off x="2653327" y="3021720"/>
            <a:ext cx="216000" cy="21600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headEnd type="stealth" w="med" len="lg"/>
            <a:tailEnd type="non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DD7222E6-1386-A112-18B3-426332997FDD}"/>
              </a:ext>
            </a:extLst>
          </p:cNvPr>
          <p:cNvCxnSpPr>
            <a:cxnSpLocks/>
          </p:cNvCxnSpPr>
          <p:nvPr/>
        </p:nvCxnSpPr>
        <p:spPr>
          <a:xfrm flipH="1" flipV="1">
            <a:off x="2311132" y="2689032"/>
            <a:ext cx="216000" cy="21600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headEnd type="stealth" w="med" len="lg"/>
            <a:tailEnd type="non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240616D5-31B8-FED5-85D1-3E260F6FFD83}"/>
                  </a:ext>
                </a:extLst>
              </p:cNvPr>
              <p:cNvSpPr txBox="1"/>
              <p:nvPr/>
            </p:nvSpPr>
            <p:spPr>
              <a:xfrm>
                <a:off x="2075812" y="2453100"/>
                <a:ext cx="3406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240616D5-31B8-FED5-85D1-3E260F6FF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812" y="2453100"/>
                <a:ext cx="34060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101530B5-E5E5-EE77-FE81-510014EE7B76}"/>
                  </a:ext>
                </a:extLst>
              </p:cNvPr>
              <p:cNvSpPr txBox="1"/>
              <p:nvPr/>
            </p:nvSpPr>
            <p:spPr>
              <a:xfrm>
                <a:off x="2472277" y="2829739"/>
                <a:ext cx="28392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sz="1100" dirty="0"/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101530B5-E5E5-EE77-FE81-510014EE7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277" y="2829739"/>
                <a:ext cx="283924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230EACD6-9D3D-0709-2792-BE9C3B1C46B7}"/>
              </a:ext>
            </a:extLst>
          </p:cNvPr>
          <p:cNvCxnSpPr>
            <a:cxnSpLocks/>
          </p:cNvCxnSpPr>
          <p:nvPr/>
        </p:nvCxnSpPr>
        <p:spPr>
          <a:xfrm flipV="1">
            <a:off x="2081407" y="3429000"/>
            <a:ext cx="0" cy="1863725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headEnd type="stealth" w="med" len="lg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A2E9E12B-F93A-BC10-4A17-A02071D8E075}"/>
                  </a:ext>
                </a:extLst>
              </p:cNvPr>
              <p:cNvSpPr txBox="1"/>
              <p:nvPr/>
            </p:nvSpPr>
            <p:spPr>
              <a:xfrm>
                <a:off x="1698769" y="4100523"/>
                <a:ext cx="3582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A2E9E12B-F93A-BC10-4A17-A02071D8E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769" y="4100523"/>
                <a:ext cx="358239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274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D253D87D-A73A-4A49-B236-9E57F1754D01}"/>
              </a:ext>
            </a:extLst>
          </p:cNvPr>
          <p:cNvSpPr/>
          <p:nvPr/>
        </p:nvSpPr>
        <p:spPr>
          <a:xfrm>
            <a:off x="5016000" y="2349000"/>
            <a:ext cx="2160000" cy="216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E858A1A-6F49-019E-D45E-59C720A0A89C}"/>
              </a:ext>
            </a:extLst>
          </p:cNvPr>
          <p:cNvCxnSpPr>
            <a:cxnSpLocks/>
          </p:cNvCxnSpPr>
          <p:nvPr/>
        </p:nvCxnSpPr>
        <p:spPr>
          <a:xfrm>
            <a:off x="6095976" y="2001520"/>
            <a:ext cx="0" cy="288000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headEnd type="stealth" w="med" len="lg"/>
            <a:tailEnd type="non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1EC9FC1-7578-ACFA-FBF5-AC17234FFEFA}"/>
              </a:ext>
            </a:extLst>
          </p:cNvPr>
          <p:cNvCxnSpPr>
            <a:cxnSpLocks/>
          </p:cNvCxnSpPr>
          <p:nvPr/>
        </p:nvCxnSpPr>
        <p:spPr>
          <a:xfrm rot="5400000">
            <a:off x="6096000" y="1989000"/>
            <a:ext cx="0" cy="288000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  <a:headEnd type="stealth" w="med" len="lg"/>
            <a:tailEnd type="non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A9541CAB-A78E-BA14-DFFE-55FDB16E1194}"/>
              </a:ext>
            </a:extLst>
          </p:cNvPr>
          <p:cNvCxnSpPr>
            <a:cxnSpLocks/>
          </p:cNvCxnSpPr>
          <p:nvPr/>
        </p:nvCxnSpPr>
        <p:spPr>
          <a:xfrm>
            <a:off x="5008426" y="2724149"/>
            <a:ext cx="1087574" cy="692332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  <a:headEnd type="oval" w="med" len="med"/>
            <a:tailEnd type="non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D7119FC7-D471-0429-30F8-CC6167F11EC1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016000" y="2724150"/>
            <a:ext cx="0" cy="70485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  <a:headEnd type="none" w="med" len="med"/>
            <a:tailEnd type="non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CC2354F-AE58-4E97-DA82-4283A657A485}"/>
              </a:ext>
            </a:extLst>
          </p:cNvPr>
          <p:cNvCxnSpPr>
            <a:cxnSpLocks/>
          </p:cNvCxnSpPr>
          <p:nvPr/>
        </p:nvCxnSpPr>
        <p:spPr>
          <a:xfrm>
            <a:off x="7176000" y="2736670"/>
            <a:ext cx="0" cy="70485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  <a:headEnd type="none" w="med" len="med"/>
            <a:tailEnd type="non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AD2245EA-050E-75B8-623C-13A5EC905723}"/>
              </a:ext>
            </a:extLst>
          </p:cNvPr>
          <p:cNvCxnSpPr>
            <a:cxnSpLocks/>
          </p:cNvCxnSpPr>
          <p:nvPr/>
        </p:nvCxnSpPr>
        <p:spPr>
          <a:xfrm flipH="1">
            <a:off x="5023550" y="2724150"/>
            <a:ext cx="2160000" cy="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  <a:headEnd type="none" w="med" len="med"/>
            <a:tailEnd type="non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B2ED667F-41B3-115E-8B49-8DE6330BAF6A}"/>
              </a:ext>
            </a:extLst>
          </p:cNvPr>
          <p:cNvCxnSpPr>
            <a:cxnSpLocks/>
          </p:cNvCxnSpPr>
          <p:nvPr/>
        </p:nvCxnSpPr>
        <p:spPr>
          <a:xfrm flipH="1">
            <a:off x="6088427" y="2724149"/>
            <a:ext cx="1087574" cy="692332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  <a:headEnd type="oval" w="med" len="med"/>
            <a:tailEnd type="non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BF5C614A-08BB-4BAA-5A2D-B6AF07DCD72C}"/>
                  </a:ext>
                </a:extLst>
              </p:cNvPr>
              <p:cNvSpPr txBox="1"/>
              <p:nvPr/>
            </p:nvSpPr>
            <p:spPr>
              <a:xfrm>
                <a:off x="4340044" y="2475060"/>
                <a:ext cx="7435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fr-FR" sz="1050" b="0" i="1" smtClean="0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fr-FR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05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BF5C614A-08BB-4BAA-5A2D-B6AF07DCD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044" y="2475060"/>
                <a:ext cx="743537" cy="261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0022C7EA-69EE-D935-661D-0DAFD765220E}"/>
                  </a:ext>
                </a:extLst>
              </p:cNvPr>
              <p:cNvSpPr txBox="1"/>
              <p:nvPr/>
            </p:nvSpPr>
            <p:spPr>
              <a:xfrm>
                <a:off x="7119395" y="2475060"/>
                <a:ext cx="71801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fr-FR" sz="1050" b="0" i="1" smtClean="0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fr-FR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sz="10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05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0022C7EA-69EE-D935-661D-0DAFD7652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395" y="2475060"/>
                <a:ext cx="718017" cy="253916"/>
              </a:xfrm>
              <a:prstGeom prst="rect">
                <a:avLst/>
              </a:prstGeom>
              <a:blipFill>
                <a:blip r:embed="rId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 24">
            <a:extLst>
              <a:ext uri="{FF2B5EF4-FFF2-40B4-BE49-F238E27FC236}">
                <a16:creationId xmlns:a16="http://schemas.microsoft.com/office/drawing/2014/main" id="{9630E8BD-7CF9-D109-445C-07BFC949F790}"/>
              </a:ext>
            </a:extLst>
          </p:cNvPr>
          <p:cNvSpPr/>
          <p:nvPr/>
        </p:nvSpPr>
        <p:spPr>
          <a:xfrm>
            <a:off x="5128356" y="2468929"/>
            <a:ext cx="1920142" cy="1920142"/>
          </a:xfrm>
          <a:prstGeom prst="arc">
            <a:avLst>
              <a:gd name="adj1" fmla="val 19838433"/>
              <a:gd name="adj2" fmla="val 0"/>
            </a:avLst>
          </a:prstGeom>
          <a:ln>
            <a:headEnd type="stealth" w="med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6238616F-48B2-52F3-B032-78ACF7AC1036}"/>
              </a:ext>
            </a:extLst>
          </p:cNvPr>
          <p:cNvSpPr/>
          <p:nvPr/>
        </p:nvSpPr>
        <p:spPr>
          <a:xfrm>
            <a:off x="5381127" y="2709000"/>
            <a:ext cx="1440000" cy="1440000"/>
          </a:xfrm>
          <a:prstGeom prst="arc">
            <a:avLst>
              <a:gd name="adj1" fmla="val 13068096"/>
              <a:gd name="adj2" fmla="val 0"/>
            </a:avLst>
          </a:prstGeom>
          <a:ln>
            <a:headEnd type="stealth" w="med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F36C45E4-B6BC-37D1-888D-05B5C036CF36}"/>
                  </a:ext>
                </a:extLst>
              </p:cNvPr>
              <p:cNvSpPr txBox="1"/>
              <p:nvPr/>
            </p:nvSpPr>
            <p:spPr>
              <a:xfrm>
                <a:off x="7301269" y="3089095"/>
                <a:ext cx="29123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F36C45E4-B6BC-37D1-888D-05B5C036C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269" y="3089095"/>
                <a:ext cx="291234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0A447CBC-F8B6-7BA3-E235-590CB5E4B5CC}"/>
                  </a:ext>
                </a:extLst>
              </p:cNvPr>
              <p:cNvSpPr txBox="1"/>
              <p:nvPr/>
            </p:nvSpPr>
            <p:spPr>
              <a:xfrm>
                <a:off x="5595870" y="2433378"/>
                <a:ext cx="53514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fr-FR" sz="105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05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0A447CBC-F8B6-7BA3-E235-590CB5E4B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870" y="2433378"/>
                <a:ext cx="535146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6750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Grand écran</PresentationFormat>
  <Paragraphs>91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Pessoles</dc:creator>
  <cp:lastModifiedBy>Xavier Pessoles</cp:lastModifiedBy>
  <cp:revision>15</cp:revision>
  <dcterms:created xsi:type="dcterms:W3CDTF">2025-10-22T19:04:19Z</dcterms:created>
  <dcterms:modified xsi:type="dcterms:W3CDTF">2025-10-26T17:15:20Z</dcterms:modified>
</cp:coreProperties>
</file>